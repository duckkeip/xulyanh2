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1" r:id="rId2"/>
    <p:sldId id="316" r:id="rId3"/>
    <p:sldId id="262" r:id="rId4"/>
    <p:sldId id="263" r:id="rId5"/>
    <p:sldId id="301" r:id="rId6"/>
    <p:sldId id="303" r:id="rId7"/>
    <p:sldId id="304" r:id="rId8"/>
    <p:sldId id="307" r:id="rId9"/>
    <p:sldId id="308" r:id="rId10"/>
    <p:sldId id="309" r:id="rId11"/>
    <p:sldId id="311" r:id="rId12"/>
    <p:sldId id="310" r:id="rId13"/>
    <p:sldId id="312" r:id="rId14"/>
    <p:sldId id="313" r:id="rId15"/>
    <p:sldId id="314" r:id="rId16"/>
    <p:sldId id="315" r:id="rId17"/>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7" d="100"/>
          <a:sy n="67" d="100"/>
        </p:scale>
        <p:origin x="8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00B519-A805-4C2A-9E29-C653F9DA7018}" type="datetimeFigureOut">
              <a:rPr lang="vi-VN" smtClean="0"/>
              <a:t>25/11/2025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1A789B-2FB3-43CF-B72D-EA877D17C05D}" type="slidenum">
              <a:rPr lang="vi-VN" smtClean="0"/>
              <a:t>‹#›</a:t>
            </a:fld>
            <a:endParaRPr lang="vi-VN"/>
          </a:p>
        </p:txBody>
      </p:sp>
    </p:spTree>
    <p:extLst>
      <p:ext uri="{BB962C8B-B14F-4D97-AF65-F5344CB8AC3E}">
        <p14:creationId xmlns:p14="http://schemas.microsoft.com/office/powerpoint/2010/main" val="3311260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8" name="Google Shape;938;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3297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8" name="Google Shape;938;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a:extLst>
            <a:ext uri="{FF2B5EF4-FFF2-40B4-BE49-F238E27FC236}">
              <a16:creationId xmlns:a16="http://schemas.microsoft.com/office/drawing/2014/main" id="{97E602C4-C9A9-07D3-49C1-D8CAEFE8E2ED}"/>
            </a:ext>
          </a:extLst>
        </p:cNvPr>
        <p:cNvGrpSpPr/>
        <p:nvPr/>
      </p:nvGrpSpPr>
      <p:grpSpPr>
        <a:xfrm>
          <a:off x="0" y="0"/>
          <a:ext cx="0" cy="0"/>
          <a:chOff x="0" y="0"/>
          <a:chExt cx="0" cy="0"/>
        </a:xfrm>
      </p:grpSpPr>
      <p:sp>
        <p:nvSpPr>
          <p:cNvPr id="946" name="Google Shape;946;gd431007ba2_0_215:notes">
            <a:extLst>
              <a:ext uri="{FF2B5EF4-FFF2-40B4-BE49-F238E27FC236}">
                <a16:creationId xmlns:a16="http://schemas.microsoft.com/office/drawing/2014/main" id="{E94DF0C4-5EA6-9233-C831-D5BC397115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a:extLst>
              <a:ext uri="{FF2B5EF4-FFF2-40B4-BE49-F238E27FC236}">
                <a16:creationId xmlns:a16="http://schemas.microsoft.com/office/drawing/2014/main" id="{99DDAD31-B7E4-E85C-7BFC-0F38522571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744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a:extLst>
            <a:ext uri="{FF2B5EF4-FFF2-40B4-BE49-F238E27FC236}">
              <a16:creationId xmlns:a16="http://schemas.microsoft.com/office/drawing/2014/main" id="{086DD713-B6FD-E267-A6C3-C84E287C9975}"/>
            </a:ext>
          </a:extLst>
        </p:cNvPr>
        <p:cNvGrpSpPr/>
        <p:nvPr/>
      </p:nvGrpSpPr>
      <p:grpSpPr>
        <a:xfrm>
          <a:off x="0" y="0"/>
          <a:ext cx="0" cy="0"/>
          <a:chOff x="0" y="0"/>
          <a:chExt cx="0" cy="0"/>
        </a:xfrm>
      </p:grpSpPr>
      <p:sp>
        <p:nvSpPr>
          <p:cNvPr id="946" name="Google Shape;946;gd431007ba2_0_215:notes">
            <a:extLst>
              <a:ext uri="{FF2B5EF4-FFF2-40B4-BE49-F238E27FC236}">
                <a16:creationId xmlns:a16="http://schemas.microsoft.com/office/drawing/2014/main" id="{7FF145E3-1980-B0A3-79F2-4CED19808A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a:extLst>
              <a:ext uri="{FF2B5EF4-FFF2-40B4-BE49-F238E27FC236}">
                <a16:creationId xmlns:a16="http://schemas.microsoft.com/office/drawing/2014/main" id="{9F8E52A2-4F67-2C6C-D7AA-E64C6C5809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3795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a:extLst>
            <a:ext uri="{FF2B5EF4-FFF2-40B4-BE49-F238E27FC236}">
              <a16:creationId xmlns:a16="http://schemas.microsoft.com/office/drawing/2014/main" id="{103465E1-56C5-8EDE-11DA-C7000BC696C4}"/>
            </a:ext>
          </a:extLst>
        </p:cNvPr>
        <p:cNvGrpSpPr/>
        <p:nvPr/>
      </p:nvGrpSpPr>
      <p:grpSpPr>
        <a:xfrm>
          <a:off x="0" y="0"/>
          <a:ext cx="0" cy="0"/>
          <a:chOff x="0" y="0"/>
          <a:chExt cx="0" cy="0"/>
        </a:xfrm>
      </p:grpSpPr>
      <p:sp>
        <p:nvSpPr>
          <p:cNvPr id="946" name="Google Shape;946;gd431007ba2_0_215:notes">
            <a:extLst>
              <a:ext uri="{FF2B5EF4-FFF2-40B4-BE49-F238E27FC236}">
                <a16:creationId xmlns:a16="http://schemas.microsoft.com/office/drawing/2014/main" id="{30A43431-F5CB-0B5B-00E1-6FED24A9F0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a:extLst>
              <a:ext uri="{FF2B5EF4-FFF2-40B4-BE49-F238E27FC236}">
                <a16:creationId xmlns:a16="http://schemas.microsoft.com/office/drawing/2014/main" id="{F0302608-9AE7-B9C0-A8C9-D83F31A5A2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4627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a:extLst>
            <a:ext uri="{FF2B5EF4-FFF2-40B4-BE49-F238E27FC236}">
              <a16:creationId xmlns:a16="http://schemas.microsoft.com/office/drawing/2014/main" id="{EF9510B7-AA6F-4033-3A4B-5AC739D6FB1E}"/>
            </a:ext>
          </a:extLst>
        </p:cNvPr>
        <p:cNvGrpSpPr/>
        <p:nvPr/>
      </p:nvGrpSpPr>
      <p:grpSpPr>
        <a:xfrm>
          <a:off x="0" y="0"/>
          <a:ext cx="0" cy="0"/>
          <a:chOff x="0" y="0"/>
          <a:chExt cx="0" cy="0"/>
        </a:xfrm>
      </p:grpSpPr>
      <p:sp>
        <p:nvSpPr>
          <p:cNvPr id="946" name="Google Shape;946;gd431007ba2_0_215:notes">
            <a:extLst>
              <a:ext uri="{FF2B5EF4-FFF2-40B4-BE49-F238E27FC236}">
                <a16:creationId xmlns:a16="http://schemas.microsoft.com/office/drawing/2014/main" id="{E36DAF02-3CDD-6789-1FC7-C1EE31E7CC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a:extLst>
              <a:ext uri="{FF2B5EF4-FFF2-40B4-BE49-F238E27FC236}">
                <a16:creationId xmlns:a16="http://schemas.microsoft.com/office/drawing/2014/main" id="{4DB45A55-A2E9-1E55-EC2B-7B64AE3E17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059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a:extLst>
            <a:ext uri="{FF2B5EF4-FFF2-40B4-BE49-F238E27FC236}">
              <a16:creationId xmlns:a16="http://schemas.microsoft.com/office/drawing/2014/main" id="{AC45D868-B022-B6A5-8F29-1BAF077668D8}"/>
            </a:ext>
          </a:extLst>
        </p:cNvPr>
        <p:cNvGrpSpPr/>
        <p:nvPr/>
      </p:nvGrpSpPr>
      <p:grpSpPr>
        <a:xfrm>
          <a:off x="0" y="0"/>
          <a:ext cx="0" cy="0"/>
          <a:chOff x="0" y="0"/>
          <a:chExt cx="0" cy="0"/>
        </a:xfrm>
      </p:grpSpPr>
      <p:sp>
        <p:nvSpPr>
          <p:cNvPr id="946" name="Google Shape;946;gd431007ba2_0_215:notes">
            <a:extLst>
              <a:ext uri="{FF2B5EF4-FFF2-40B4-BE49-F238E27FC236}">
                <a16:creationId xmlns:a16="http://schemas.microsoft.com/office/drawing/2014/main" id="{2DEF3717-950A-5436-7D2A-6B098FE27A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a:extLst>
              <a:ext uri="{FF2B5EF4-FFF2-40B4-BE49-F238E27FC236}">
                <a16:creationId xmlns:a16="http://schemas.microsoft.com/office/drawing/2014/main" id="{27C6E2B8-8E35-5A1E-163B-FE6CEF17B2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3223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a:extLst>
            <a:ext uri="{FF2B5EF4-FFF2-40B4-BE49-F238E27FC236}">
              <a16:creationId xmlns:a16="http://schemas.microsoft.com/office/drawing/2014/main" id="{6B25420D-4400-D3C8-5E90-D2DF91A32682}"/>
            </a:ext>
          </a:extLst>
        </p:cNvPr>
        <p:cNvGrpSpPr/>
        <p:nvPr/>
      </p:nvGrpSpPr>
      <p:grpSpPr>
        <a:xfrm>
          <a:off x="0" y="0"/>
          <a:ext cx="0" cy="0"/>
          <a:chOff x="0" y="0"/>
          <a:chExt cx="0" cy="0"/>
        </a:xfrm>
      </p:grpSpPr>
      <p:sp>
        <p:nvSpPr>
          <p:cNvPr id="946" name="Google Shape;946;gd431007ba2_0_215:notes">
            <a:extLst>
              <a:ext uri="{FF2B5EF4-FFF2-40B4-BE49-F238E27FC236}">
                <a16:creationId xmlns:a16="http://schemas.microsoft.com/office/drawing/2014/main" id="{157A8D23-1028-75D4-1D54-C07BF768A3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a:extLst>
              <a:ext uri="{FF2B5EF4-FFF2-40B4-BE49-F238E27FC236}">
                <a16:creationId xmlns:a16="http://schemas.microsoft.com/office/drawing/2014/main" id="{9EE732DA-9A8F-DC6D-43B0-283073C09D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9121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a:extLst>
            <a:ext uri="{FF2B5EF4-FFF2-40B4-BE49-F238E27FC236}">
              <a16:creationId xmlns:a16="http://schemas.microsoft.com/office/drawing/2014/main" id="{FBED823D-9690-06BB-A5EC-2FDF7C738BD1}"/>
            </a:ext>
          </a:extLst>
        </p:cNvPr>
        <p:cNvGrpSpPr/>
        <p:nvPr/>
      </p:nvGrpSpPr>
      <p:grpSpPr>
        <a:xfrm>
          <a:off x="0" y="0"/>
          <a:ext cx="0" cy="0"/>
          <a:chOff x="0" y="0"/>
          <a:chExt cx="0" cy="0"/>
        </a:xfrm>
      </p:grpSpPr>
      <p:sp>
        <p:nvSpPr>
          <p:cNvPr id="946" name="Google Shape;946;gd431007ba2_0_215:notes">
            <a:extLst>
              <a:ext uri="{FF2B5EF4-FFF2-40B4-BE49-F238E27FC236}">
                <a16:creationId xmlns:a16="http://schemas.microsoft.com/office/drawing/2014/main" id="{C21227D2-A3A6-B055-45C7-3CD0F66FC2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a:extLst>
              <a:ext uri="{FF2B5EF4-FFF2-40B4-BE49-F238E27FC236}">
                <a16:creationId xmlns:a16="http://schemas.microsoft.com/office/drawing/2014/main" id="{3E338D22-2F99-771A-BFB4-EC26BC51C5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955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a:extLst>
            <a:ext uri="{FF2B5EF4-FFF2-40B4-BE49-F238E27FC236}">
              <a16:creationId xmlns:a16="http://schemas.microsoft.com/office/drawing/2014/main" id="{42725D19-7624-420E-4731-F8BB29ED3037}"/>
            </a:ext>
          </a:extLst>
        </p:cNvPr>
        <p:cNvGrpSpPr/>
        <p:nvPr/>
      </p:nvGrpSpPr>
      <p:grpSpPr>
        <a:xfrm>
          <a:off x="0" y="0"/>
          <a:ext cx="0" cy="0"/>
          <a:chOff x="0" y="0"/>
          <a:chExt cx="0" cy="0"/>
        </a:xfrm>
      </p:grpSpPr>
      <p:sp>
        <p:nvSpPr>
          <p:cNvPr id="946" name="Google Shape;946;gd431007ba2_0_215:notes">
            <a:extLst>
              <a:ext uri="{FF2B5EF4-FFF2-40B4-BE49-F238E27FC236}">
                <a16:creationId xmlns:a16="http://schemas.microsoft.com/office/drawing/2014/main" id="{2D3B0763-FE94-8F7E-973F-367ADA154C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a:extLst>
              <a:ext uri="{FF2B5EF4-FFF2-40B4-BE49-F238E27FC236}">
                <a16:creationId xmlns:a16="http://schemas.microsoft.com/office/drawing/2014/main" id="{091E1F53-E92F-0663-2543-059DBCC783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10078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a:extLst>
            <a:ext uri="{FF2B5EF4-FFF2-40B4-BE49-F238E27FC236}">
              <a16:creationId xmlns:a16="http://schemas.microsoft.com/office/drawing/2014/main" id="{65B2A310-327B-8A8A-9AA9-9A80A5FD5F3D}"/>
            </a:ext>
          </a:extLst>
        </p:cNvPr>
        <p:cNvGrpSpPr/>
        <p:nvPr/>
      </p:nvGrpSpPr>
      <p:grpSpPr>
        <a:xfrm>
          <a:off x="0" y="0"/>
          <a:ext cx="0" cy="0"/>
          <a:chOff x="0" y="0"/>
          <a:chExt cx="0" cy="0"/>
        </a:xfrm>
      </p:grpSpPr>
      <p:sp>
        <p:nvSpPr>
          <p:cNvPr id="946" name="Google Shape;946;gd431007ba2_0_215:notes">
            <a:extLst>
              <a:ext uri="{FF2B5EF4-FFF2-40B4-BE49-F238E27FC236}">
                <a16:creationId xmlns:a16="http://schemas.microsoft.com/office/drawing/2014/main" id="{485825DA-BD9C-6CB0-BD7F-8CA244F4AE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a:extLst>
              <a:ext uri="{FF2B5EF4-FFF2-40B4-BE49-F238E27FC236}">
                <a16:creationId xmlns:a16="http://schemas.microsoft.com/office/drawing/2014/main" id="{E452541C-C9B4-9F0B-A1EC-35DCF02AD7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15967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a:extLst>
            <a:ext uri="{FF2B5EF4-FFF2-40B4-BE49-F238E27FC236}">
              <a16:creationId xmlns:a16="http://schemas.microsoft.com/office/drawing/2014/main" id="{980CFB24-7014-8ACD-A826-F40CF2392662}"/>
            </a:ext>
          </a:extLst>
        </p:cNvPr>
        <p:cNvGrpSpPr/>
        <p:nvPr/>
      </p:nvGrpSpPr>
      <p:grpSpPr>
        <a:xfrm>
          <a:off x="0" y="0"/>
          <a:ext cx="0" cy="0"/>
          <a:chOff x="0" y="0"/>
          <a:chExt cx="0" cy="0"/>
        </a:xfrm>
      </p:grpSpPr>
      <p:sp>
        <p:nvSpPr>
          <p:cNvPr id="946" name="Google Shape;946;gd431007ba2_0_215:notes">
            <a:extLst>
              <a:ext uri="{FF2B5EF4-FFF2-40B4-BE49-F238E27FC236}">
                <a16:creationId xmlns:a16="http://schemas.microsoft.com/office/drawing/2014/main" id="{AE64309E-A031-0FDE-AF1A-E1AE6BA9A1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a:extLst>
              <a:ext uri="{FF2B5EF4-FFF2-40B4-BE49-F238E27FC236}">
                <a16:creationId xmlns:a16="http://schemas.microsoft.com/office/drawing/2014/main" id="{F9FFC6D6-80F9-0339-9532-F148812C06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0358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a:extLst>
            <a:ext uri="{FF2B5EF4-FFF2-40B4-BE49-F238E27FC236}">
              <a16:creationId xmlns:a16="http://schemas.microsoft.com/office/drawing/2014/main" id="{6F117696-7CD1-DA1C-6B6B-43FC04BE5147}"/>
            </a:ext>
          </a:extLst>
        </p:cNvPr>
        <p:cNvGrpSpPr/>
        <p:nvPr/>
      </p:nvGrpSpPr>
      <p:grpSpPr>
        <a:xfrm>
          <a:off x="0" y="0"/>
          <a:ext cx="0" cy="0"/>
          <a:chOff x="0" y="0"/>
          <a:chExt cx="0" cy="0"/>
        </a:xfrm>
      </p:grpSpPr>
      <p:sp>
        <p:nvSpPr>
          <p:cNvPr id="946" name="Google Shape;946;gd431007ba2_0_215:notes">
            <a:extLst>
              <a:ext uri="{FF2B5EF4-FFF2-40B4-BE49-F238E27FC236}">
                <a16:creationId xmlns:a16="http://schemas.microsoft.com/office/drawing/2014/main" id="{7EF4B90A-4262-2268-9AE6-196FFEB110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a:extLst>
              <a:ext uri="{FF2B5EF4-FFF2-40B4-BE49-F238E27FC236}">
                <a16:creationId xmlns:a16="http://schemas.microsoft.com/office/drawing/2014/main" id="{41248C2A-226B-2073-2374-15893276FA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985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a:extLst>
            <a:ext uri="{FF2B5EF4-FFF2-40B4-BE49-F238E27FC236}">
              <a16:creationId xmlns:a16="http://schemas.microsoft.com/office/drawing/2014/main" id="{2F2C2BE2-66C3-176C-0241-3441CDC50C40}"/>
            </a:ext>
          </a:extLst>
        </p:cNvPr>
        <p:cNvGrpSpPr/>
        <p:nvPr/>
      </p:nvGrpSpPr>
      <p:grpSpPr>
        <a:xfrm>
          <a:off x="0" y="0"/>
          <a:ext cx="0" cy="0"/>
          <a:chOff x="0" y="0"/>
          <a:chExt cx="0" cy="0"/>
        </a:xfrm>
      </p:grpSpPr>
      <p:sp>
        <p:nvSpPr>
          <p:cNvPr id="946" name="Google Shape;946;gd431007ba2_0_215:notes">
            <a:extLst>
              <a:ext uri="{FF2B5EF4-FFF2-40B4-BE49-F238E27FC236}">
                <a16:creationId xmlns:a16="http://schemas.microsoft.com/office/drawing/2014/main" id="{F350BE5D-49AC-6478-96BA-633C351A2E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a:extLst>
              <a:ext uri="{FF2B5EF4-FFF2-40B4-BE49-F238E27FC236}">
                <a16:creationId xmlns:a16="http://schemas.microsoft.com/office/drawing/2014/main" id="{286DBB5C-2C29-93B8-A62B-1414F2FE51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46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FDF07-356B-C4F8-C2BD-4B6447AC17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3A944B06-A745-9FB9-1E65-E011C24CF6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F7C8B56E-1C44-B684-3533-2BC16A6E5E66}"/>
              </a:ext>
            </a:extLst>
          </p:cNvPr>
          <p:cNvSpPr>
            <a:spLocks noGrp="1"/>
          </p:cNvSpPr>
          <p:nvPr>
            <p:ph type="dt" sz="half" idx="10"/>
          </p:nvPr>
        </p:nvSpPr>
        <p:spPr/>
        <p:txBody>
          <a:bodyPr/>
          <a:lstStyle/>
          <a:p>
            <a:fld id="{86814715-9162-432F-B442-4A85C4EA268F}" type="datetimeFigureOut">
              <a:rPr lang="vi-VN" smtClean="0"/>
              <a:t>25/11/2025</a:t>
            </a:fld>
            <a:endParaRPr lang="vi-VN"/>
          </a:p>
        </p:txBody>
      </p:sp>
      <p:sp>
        <p:nvSpPr>
          <p:cNvPr id="5" name="Footer Placeholder 4">
            <a:extLst>
              <a:ext uri="{FF2B5EF4-FFF2-40B4-BE49-F238E27FC236}">
                <a16:creationId xmlns:a16="http://schemas.microsoft.com/office/drawing/2014/main" id="{03348201-2244-8848-18D9-466EB270D372}"/>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97883781-4A01-C955-DB7D-0CC23BECF9B9}"/>
              </a:ext>
            </a:extLst>
          </p:cNvPr>
          <p:cNvSpPr>
            <a:spLocks noGrp="1"/>
          </p:cNvSpPr>
          <p:nvPr>
            <p:ph type="sldNum" sz="quarter" idx="12"/>
          </p:nvPr>
        </p:nvSpPr>
        <p:spPr/>
        <p:txBody>
          <a:bodyPr/>
          <a:lstStyle/>
          <a:p>
            <a:fld id="{8A70DA3F-1DA3-4B4F-B407-CA1F250DED77}" type="slidenum">
              <a:rPr lang="vi-VN" smtClean="0"/>
              <a:t>‹#›</a:t>
            </a:fld>
            <a:endParaRPr lang="vi-VN"/>
          </a:p>
        </p:txBody>
      </p:sp>
    </p:spTree>
    <p:extLst>
      <p:ext uri="{BB962C8B-B14F-4D97-AF65-F5344CB8AC3E}">
        <p14:creationId xmlns:p14="http://schemas.microsoft.com/office/powerpoint/2010/main" val="311227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00318-68F4-2324-4763-09E5B82CD823}"/>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7EE39F17-F261-51A6-8278-09E280F8F9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53523D5B-6E2E-1628-0E86-A79CC3265886}"/>
              </a:ext>
            </a:extLst>
          </p:cNvPr>
          <p:cNvSpPr>
            <a:spLocks noGrp="1"/>
          </p:cNvSpPr>
          <p:nvPr>
            <p:ph type="dt" sz="half" idx="10"/>
          </p:nvPr>
        </p:nvSpPr>
        <p:spPr/>
        <p:txBody>
          <a:bodyPr/>
          <a:lstStyle/>
          <a:p>
            <a:fld id="{86814715-9162-432F-B442-4A85C4EA268F}" type="datetimeFigureOut">
              <a:rPr lang="vi-VN" smtClean="0"/>
              <a:t>25/11/2025</a:t>
            </a:fld>
            <a:endParaRPr lang="vi-VN"/>
          </a:p>
        </p:txBody>
      </p:sp>
      <p:sp>
        <p:nvSpPr>
          <p:cNvPr id="5" name="Footer Placeholder 4">
            <a:extLst>
              <a:ext uri="{FF2B5EF4-FFF2-40B4-BE49-F238E27FC236}">
                <a16:creationId xmlns:a16="http://schemas.microsoft.com/office/drawing/2014/main" id="{79F015A0-CCA9-86DF-2075-58CF5A02455A}"/>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7838FF08-3474-E28A-76C9-A4E1CDF440A7}"/>
              </a:ext>
            </a:extLst>
          </p:cNvPr>
          <p:cNvSpPr>
            <a:spLocks noGrp="1"/>
          </p:cNvSpPr>
          <p:nvPr>
            <p:ph type="sldNum" sz="quarter" idx="12"/>
          </p:nvPr>
        </p:nvSpPr>
        <p:spPr/>
        <p:txBody>
          <a:bodyPr/>
          <a:lstStyle/>
          <a:p>
            <a:fld id="{8A70DA3F-1DA3-4B4F-B407-CA1F250DED77}" type="slidenum">
              <a:rPr lang="vi-VN" smtClean="0"/>
              <a:t>‹#›</a:t>
            </a:fld>
            <a:endParaRPr lang="vi-VN"/>
          </a:p>
        </p:txBody>
      </p:sp>
    </p:spTree>
    <p:extLst>
      <p:ext uri="{BB962C8B-B14F-4D97-AF65-F5344CB8AC3E}">
        <p14:creationId xmlns:p14="http://schemas.microsoft.com/office/powerpoint/2010/main" val="1141741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D68EC-8D78-FDF8-DF60-6993E586D8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EB08DE5B-1CC8-E5F7-C36A-2B0DBBD5E1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C6E647-CEB5-D4B8-9D87-2EF673C39785}"/>
              </a:ext>
            </a:extLst>
          </p:cNvPr>
          <p:cNvSpPr>
            <a:spLocks noGrp="1"/>
          </p:cNvSpPr>
          <p:nvPr>
            <p:ph type="dt" sz="half" idx="10"/>
          </p:nvPr>
        </p:nvSpPr>
        <p:spPr/>
        <p:txBody>
          <a:bodyPr/>
          <a:lstStyle/>
          <a:p>
            <a:fld id="{86814715-9162-432F-B442-4A85C4EA268F}" type="datetimeFigureOut">
              <a:rPr lang="vi-VN" smtClean="0"/>
              <a:t>25/11/2025</a:t>
            </a:fld>
            <a:endParaRPr lang="vi-VN"/>
          </a:p>
        </p:txBody>
      </p:sp>
      <p:sp>
        <p:nvSpPr>
          <p:cNvPr id="5" name="Footer Placeholder 4">
            <a:extLst>
              <a:ext uri="{FF2B5EF4-FFF2-40B4-BE49-F238E27FC236}">
                <a16:creationId xmlns:a16="http://schemas.microsoft.com/office/drawing/2014/main" id="{DF62E0CE-9365-D213-7E57-6C529A15FB72}"/>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C984376C-51B9-B9B4-4302-AD5B5A32E8B3}"/>
              </a:ext>
            </a:extLst>
          </p:cNvPr>
          <p:cNvSpPr>
            <a:spLocks noGrp="1"/>
          </p:cNvSpPr>
          <p:nvPr>
            <p:ph type="sldNum" sz="quarter" idx="12"/>
          </p:nvPr>
        </p:nvSpPr>
        <p:spPr/>
        <p:txBody>
          <a:bodyPr/>
          <a:lstStyle/>
          <a:p>
            <a:fld id="{8A70DA3F-1DA3-4B4F-B407-CA1F250DED77}" type="slidenum">
              <a:rPr lang="vi-VN" smtClean="0"/>
              <a:t>‹#›</a:t>
            </a:fld>
            <a:endParaRPr lang="vi-VN"/>
          </a:p>
        </p:txBody>
      </p:sp>
    </p:spTree>
    <p:extLst>
      <p:ext uri="{BB962C8B-B14F-4D97-AF65-F5344CB8AC3E}">
        <p14:creationId xmlns:p14="http://schemas.microsoft.com/office/powerpoint/2010/main" val="2744875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83ECC-19ED-6458-EFFA-B6A993EA1893}"/>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DF641920-75D2-3555-8FF2-29D642E6B2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33B9640A-1A36-27BF-5399-425D8F1EF7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1133A6F1-4AEE-B792-66B4-522616EB5227}"/>
              </a:ext>
            </a:extLst>
          </p:cNvPr>
          <p:cNvSpPr>
            <a:spLocks noGrp="1"/>
          </p:cNvSpPr>
          <p:nvPr>
            <p:ph type="dt" sz="half" idx="10"/>
          </p:nvPr>
        </p:nvSpPr>
        <p:spPr/>
        <p:txBody>
          <a:bodyPr/>
          <a:lstStyle/>
          <a:p>
            <a:fld id="{86814715-9162-432F-B442-4A85C4EA268F}" type="datetimeFigureOut">
              <a:rPr lang="vi-VN" smtClean="0"/>
              <a:t>25/11/2025</a:t>
            </a:fld>
            <a:endParaRPr lang="vi-VN"/>
          </a:p>
        </p:txBody>
      </p:sp>
      <p:sp>
        <p:nvSpPr>
          <p:cNvPr id="6" name="Footer Placeholder 5">
            <a:extLst>
              <a:ext uri="{FF2B5EF4-FFF2-40B4-BE49-F238E27FC236}">
                <a16:creationId xmlns:a16="http://schemas.microsoft.com/office/drawing/2014/main" id="{00E0590E-97CA-1F3C-3DC8-FEFF1591F33D}"/>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7CFA03A3-5D87-FCFF-6515-34A49A91CFD7}"/>
              </a:ext>
            </a:extLst>
          </p:cNvPr>
          <p:cNvSpPr>
            <a:spLocks noGrp="1"/>
          </p:cNvSpPr>
          <p:nvPr>
            <p:ph type="sldNum" sz="quarter" idx="12"/>
          </p:nvPr>
        </p:nvSpPr>
        <p:spPr/>
        <p:txBody>
          <a:bodyPr/>
          <a:lstStyle/>
          <a:p>
            <a:fld id="{8A70DA3F-1DA3-4B4F-B407-CA1F250DED77}" type="slidenum">
              <a:rPr lang="vi-VN" smtClean="0"/>
              <a:t>‹#›</a:t>
            </a:fld>
            <a:endParaRPr lang="vi-VN"/>
          </a:p>
        </p:txBody>
      </p:sp>
    </p:spTree>
    <p:extLst>
      <p:ext uri="{BB962C8B-B14F-4D97-AF65-F5344CB8AC3E}">
        <p14:creationId xmlns:p14="http://schemas.microsoft.com/office/powerpoint/2010/main" val="3069374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E7067-A011-360B-2B5E-36E89CC22DC9}"/>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8F93EB1F-9A4B-BAE2-1BE3-D6D2385EBD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8FD7D9-BDCA-0898-0234-907A6CDF96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D8A333E9-9A41-AE66-9C2E-1E604C1251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94F254-1FE2-C98D-B024-716D0D7A85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AF121766-C891-A410-3EE3-4311DEC34024}"/>
              </a:ext>
            </a:extLst>
          </p:cNvPr>
          <p:cNvSpPr>
            <a:spLocks noGrp="1"/>
          </p:cNvSpPr>
          <p:nvPr>
            <p:ph type="dt" sz="half" idx="10"/>
          </p:nvPr>
        </p:nvSpPr>
        <p:spPr/>
        <p:txBody>
          <a:bodyPr/>
          <a:lstStyle/>
          <a:p>
            <a:fld id="{86814715-9162-432F-B442-4A85C4EA268F}" type="datetimeFigureOut">
              <a:rPr lang="vi-VN" smtClean="0"/>
              <a:t>25/11/2025</a:t>
            </a:fld>
            <a:endParaRPr lang="vi-VN"/>
          </a:p>
        </p:txBody>
      </p:sp>
      <p:sp>
        <p:nvSpPr>
          <p:cNvPr id="8" name="Footer Placeholder 7">
            <a:extLst>
              <a:ext uri="{FF2B5EF4-FFF2-40B4-BE49-F238E27FC236}">
                <a16:creationId xmlns:a16="http://schemas.microsoft.com/office/drawing/2014/main" id="{3CCAF9AE-3E7D-892E-DB02-9B40FCE121E1}"/>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ADB4A758-8BD1-4945-8DA0-10F61763A42F}"/>
              </a:ext>
            </a:extLst>
          </p:cNvPr>
          <p:cNvSpPr>
            <a:spLocks noGrp="1"/>
          </p:cNvSpPr>
          <p:nvPr>
            <p:ph type="sldNum" sz="quarter" idx="12"/>
          </p:nvPr>
        </p:nvSpPr>
        <p:spPr/>
        <p:txBody>
          <a:bodyPr/>
          <a:lstStyle/>
          <a:p>
            <a:fld id="{8A70DA3F-1DA3-4B4F-B407-CA1F250DED77}" type="slidenum">
              <a:rPr lang="vi-VN" smtClean="0"/>
              <a:t>‹#›</a:t>
            </a:fld>
            <a:endParaRPr lang="vi-VN"/>
          </a:p>
        </p:txBody>
      </p:sp>
    </p:spTree>
    <p:extLst>
      <p:ext uri="{BB962C8B-B14F-4D97-AF65-F5344CB8AC3E}">
        <p14:creationId xmlns:p14="http://schemas.microsoft.com/office/powerpoint/2010/main" val="100020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F11D8-3EC5-5225-AC1B-0CE8F046BF10}"/>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387556ED-5C52-E867-3837-76336FBA5C76}"/>
              </a:ext>
            </a:extLst>
          </p:cNvPr>
          <p:cNvSpPr>
            <a:spLocks noGrp="1"/>
          </p:cNvSpPr>
          <p:nvPr>
            <p:ph type="dt" sz="half" idx="10"/>
          </p:nvPr>
        </p:nvSpPr>
        <p:spPr/>
        <p:txBody>
          <a:bodyPr/>
          <a:lstStyle/>
          <a:p>
            <a:fld id="{86814715-9162-432F-B442-4A85C4EA268F}" type="datetimeFigureOut">
              <a:rPr lang="vi-VN" smtClean="0"/>
              <a:t>25/11/2025</a:t>
            </a:fld>
            <a:endParaRPr lang="vi-VN"/>
          </a:p>
        </p:txBody>
      </p:sp>
      <p:sp>
        <p:nvSpPr>
          <p:cNvPr id="4" name="Footer Placeholder 3">
            <a:extLst>
              <a:ext uri="{FF2B5EF4-FFF2-40B4-BE49-F238E27FC236}">
                <a16:creationId xmlns:a16="http://schemas.microsoft.com/office/drawing/2014/main" id="{CDDBF0E3-6755-08F0-EE22-82A6C08C7DB5}"/>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537B637F-D783-49B0-E147-D96194BFB424}"/>
              </a:ext>
            </a:extLst>
          </p:cNvPr>
          <p:cNvSpPr>
            <a:spLocks noGrp="1"/>
          </p:cNvSpPr>
          <p:nvPr>
            <p:ph type="sldNum" sz="quarter" idx="12"/>
          </p:nvPr>
        </p:nvSpPr>
        <p:spPr/>
        <p:txBody>
          <a:bodyPr/>
          <a:lstStyle/>
          <a:p>
            <a:fld id="{8A70DA3F-1DA3-4B4F-B407-CA1F250DED77}" type="slidenum">
              <a:rPr lang="vi-VN" smtClean="0"/>
              <a:t>‹#›</a:t>
            </a:fld>
            <a:endParaRPr lang="vi-VN"/>
          </a:p>
        </p:txBody>
      </p:sp>
    </p:spTree>
    <p:extLst>
      <p:ext uri="{BB962C8B-B14F-4D97-AF65-F5344CB8AC3E}">
        <p14:creationId xmlns:p14="http://schemas.microsoft.com/office/powerpoint/2010/main" val="2236501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98B4D3-3A14-1CF8-3316-2655B8B23396}"/>
              </a:ext>
            </a:extLst>
          </p:cNvPr>
          <p:cNvSpPr>
            <a:spLocks noGrp="1"/>
          </p:cNvSpPr>
          <p:nvPr>
            <p:ph type="dt" sz="half" idx="10"/>
          </p:nvPr>
        </p:nvSpPr>
        <p:spPr/>
        <p:txBody>
          <a:bodyPr/>
          <a:lstStyle/>
          <a:p>
            <a:fld id="{86814715-9162-432F-B442-4A85C4EA268F}" type="datetimeFigureOut">
              <a:rPr lang="vi-VN" smtClean="0"/>
              <a:t>25/11/2025</a:t>
            </a:fld>
            <a:endParaRPr lang="vi-VN"/>
          </a:p>
        </p:txBody>
      </p:sp>
      <p:sp>
        <p:nvSpPr>
          <p:cNvPr id="3" name="Footer Placeholder 2">
            <a:extLst>
              <a:ext uri="{FF2B5EF4-FFF2-40B4-BE49-F238E27FC236}">
                <a16:creationId xmlns:a16="http://schemas.microsoft.com/office/drawing/2014/main" id="{5DED480D-81AB-9DBB-6577-235A50BF74D9}"/>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1E5A9324-BE1B-12C2-A853-2A0E2C403DCB}"/>
              </a:ext>
            </a:extLst>
          </p:cNvPr>
          <p:cNvSpPr>
            <a:spLocks noGrp="1"/>
          </p:cNvSpPr>
          <p:nvPr>
            <p:ph type="sldNum" sz="quarter" idx="12"/>
          </p:nvPr>
        </p:nvSpPr>
        <p:spPr/>
        <p:txBody>
          <a:bodyPr/>
          <a:lstStyle/>
          <a:p>
            <a:fld id="{8A70DA3F-1DA3-4B4F-B407-CA1F250DED77}" type="slidenum">
              <a:rPr lang="vi-VN" smtClean="0"/>
              <a:t>‹#›</a:t>
            </a:fld>
            <a:endParaRPr lang="vi-VN"/>
          </a:p>
        </p:txBody>
      </p:sp>
    </p:spTree>
    <p:extLst>
      <p:ext uri="{BB962C8B-B14F-4D97-AF65-F5344CB8AC3E}">
        <p14:creationId xmlns:p14="http://schemas.microsoft.com/office/powerpoint/2010/main" val="4041169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3FB20-DE11-E2AF-2A15-DADAB957B8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395FAAC9-9A88-6C78-4182-EBB379178C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C1F3FB02-30C1-ADFA-D669-B970E7F42F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BBAA4-9E7A-4100-D30F-E4805E25BC53}"/>
              </a:ext>
            </a:extLst>
          </p:cNvPr>
          <p:cNvSpPr>
            <a:spLocks noGrp="1"/>
          </p:cNvSpPr>
          <p:nvPr>
            <p:ph type="dt" sz="half" idx="10"/>
          </p:nvPr>
        </p:nvSpPr>
        <p:spPr/>
        <p:txBody>
          <a:bodyPr/>
          <a:lstStyle/>
          <a:p>
            <a:fld id="{86814715-9162-432F-B442-4A85C4EA268F}" type="datetimeFigureOut">
              <a:rPr lang="vi-VN" smtClean="0"/>
              <a:t>25/11/2025</a:t>
            </a:fld>
            <a:endParaRPr lang="vi-VN"/>
          </a:p>
        </p:txBody>
      </p:sp>
      <p:sp>
        <p:nvSpPr>
          <p:cNvPr id="6" name="Footer Placeholder 5">
            <a:extLst>
              <a:ext uri="{FF2B5EF4-FFF2-40B4-BE49-F238E27FC236}">
                <a16:creationId xmlns:a16="http://schemas.microsoft.com/office/drawing/2014/main" id="{CA136E2F-ECAF-52D4-2874-14C961F310EB}"/>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E127E080-7CA3-86C9-6018-09580E0F9CBE}"/>
              </a:ext>
            </a:extLst>
          </p:cNvPr>
          <p:cNvSpPr>
            <a:spLocks noGrp="1"/>
          </p:cNvSpPr>
          <p:nvPr>
            <p:ph type="sldNum" sz="quarter" idx="12"/>
          </p:nvPr>
        </p:nvSpPr>
        <p:spPr/>
        <p:txBody>
          <a:bodyPr/>
          <a:lstStyle/>
          <a:p>
            <a:fld id="{8A70DA3F-1DA3-4B4F-B407-CA1F250DED77}" type="slidenum">
              <a:rPr lang="vi-VN" smtClean="0"/>
              <a:t>‹#›</a:t>
            </a:fld>
            <a:endParaRPr lang="vi-VN"/>
          </a:p>
        </p:txBody>
      </p:sp>
    </p:spTree>
    <p:extLst>
      <p:ext uri="{BB962C8B-B14F-4D97-AF65-F5344CB8AC3E}">
        <p14:creationId xmlns:p14="http://schemas.microsoft.com/office/powerpoint/2010/main" val="1419522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E9869-730B-55FC-EAAF-A88CCBCE05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8B88FA0D-31E1-019A-0210-033AB5FF0C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4DE54B48-2021-0109-CD16-EB27AA91FC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F0951-8578-5149-0EE7-3CF4E7A2FE26}"/>
              </a:ext>
            </a:extLst>
          </p:cNvPr>
          <p:cNvSpPr>
            <a:spLocks noGrp="1"/>
          </p:cNvSpPr>
          <p:nvPr>
            <p:ph type="dt" sz="half" idx="10"/>
          </p:nvPr>
        </p:nvSpPr>
        <p:spPr/>
        <p:txBody>
          <a:bodyPr/>
          <a:lstStyle/>
          <a:p>
            <a:fld id="{86814715-9162-432F-B442-4A85C4EA268F}" type="datetimeFigureOut">
              <a:rPr lang="vi-VN" smtClean="0"/>
              <a:t>25/11/2025</a:t>
            </a:fld>
            <a:endParaRPr lang="vi-VN"/>
          </a:p>
        </p:txBody>
      </p:sp>
      <p:sp>
        <p:nvSpPr>
          <p:cNvPr id="6" name="Footer Placeholder 5">
            <a:extLst>
              <a:ext uri="{FF2B5EF4-FFF2-40B4-BE49-F238E27FC236}">
                <a16:creationId xmlns:a16="http://schemas.microsoft.com/office/drawing/2014/main" id="{FD2C03D9-6208-DEEF-E4C1-FDE4B18AEDDD}"/>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1320E792-D112-46A5-3039-DEE15947DD92}"/>
              </a:ext>
            </a:extLst>
          </p:cNvPr>
          <p:cNvSpPr>
            <a:spLocks noGrp="1"/>
          </p:cNvSpPr>
          <p:nvPr>
            <p:ph type="sldNum" sz="quarter" idx="12"/>
          </p:nvPr>
        </p:nvSpPr>
        <p:spPr/>
        <p:txBody>
          <a:bodyPr/>
          <a:lstStyle/>
          <a:p>
            <a:fld id="{8A70DA3F-1DA3-4B4F-B407-CA1F250DED77}" type="slidenum">
              <a:rPr lang="vi-VN" smtClean="0"/>
              <a:t>‹#›</a:t>
            </a:fld>
            <a:endParaRPr lang="vi-VN"/>
          </a:p>
        </p:txBody>
      </p:sp>
    </p:spTree>
    <p:extLst>
      <p:ext uri="{BB962C8B-B14F-4D97-AF65-F5344CB8AC3E}">
        <p14:creationId xmlns:p14="http://schemas.microsoft.com/office/powerpoint/2010/main" val="260411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84645-7FB4-0628-05AB-234A366A16FD}"/>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18E7074D-31D3-9B42-BFEF-8CAD34E2C3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C673B9A8-4E8F-CB51-7933-5FA3BD4D46B8}"/>
              </a:ext>
            </a:extLst>
          </p:cNvPr>
          <p:cNvSpPr>
            <a:spLocks noGrp="1"/>
          </p:cNvSpPr>
          <p:nvPr>
            <p:ph type="dt" sz="half" idx="10"/>
          </p:nvPr>
        </p:nvSpPr>
        <p:spPr/>
        <p:txBody>
          <a:bodyPr/>
          <a:lstStyle/>
          <a:p>
            <a:fld id="{86814715-9162-432F-B442-4A85C4EA268F}" type="datetimeFigureOut">
              <a:rPr lang="vi-VN" smtClean="0"/>
              <a:t>25/11/2025</a:t>
            </a:fld>
            <a:endParaRPr lang="vi-VN"/>
          </a:p>
        </p:txBody>
      </p:sp>
      <p:sp>
        <p:nvSpPr>
          <p:cNvPr id="5" name="Footer Placeholder 4">
            <a:extLst>
              <a:ext uri="{FF2B5EF4-FFF2-40B4-BE49-F238E27FC236}">
                <a16:creationId xmlns:a16="http://schemas.microsoft.com/office/drawing/2014/main" id="{F15027D9-3A1B-886F-87B4-9FDCA1D461C4}"/>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8AA5B5A-50D9-E3FE-A1E0-EC45F2095D48}"/>
              </a:ext>
            </a:extLst>
          </p:cNvPr>
          <p:cNvSpPr>
            <a:spLocks noGrp="1"/>
          </p:cNvSpPr>
          <p:nvPr>
            <p:ph type="sldNum" sz="quarter" idx="12"/>
          </p:nvPr>
        </p:nvSpPr>
        <p:spPr/>
        <p:txBody>
          <a:bodyPr/>
          <a:lstStyle/>
          <a:p>
            <a:fld id="{8A70DA3F-1DA3-4B4F-B407-CA1F250DED77}" type="slidenum">
              <a:rPr lang="vi-VN" smtClean="0"/>
              <a:t>‹#›</a:t>
            </a:fld>
            <a:endParaRPr lang="vi-VN"/>
          </a:p>
        </p:txBody>
      </p:sp>
    </p:spTree>
    <p:extLst>
      <p:ext uri="{BB962C8B-B14F-4D97-AF65-F5344CB8AC3E}">
        <p14:creationId xmlns:p14="http://schemas.microsoft.com/office/powerpoint/2010/main" val="580479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52FE91-FCCF-86E8-2BE0-939323BC43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C3EA98D2-976C-2843-4BD6-F45CC12D2D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77E9A843-4507-F540-F405-01C6B7F365EA}"/>
              </a:ext>
            </a:extLst>
          </p:cNvPr>
          <p:cNvSpPr>
            <a:spLocks noGrp="1"/>
          </p:cNvSpPr>
          <p:nvPr>
            <p:ph type="dt" sz="half" idx="10"/>
          </p:nvPr>
        </p:nvSpPr>
        <p:spPr/>
        <p:txBody>
          <a:bodyPr/>
          <a:lstStyle/>
          <a:p>
            <a:fld id="{86814715-9162-432F-B442-4A85C4EA268F}" type="datetimeFigureOut">
              <a:rPr lang="vi-VN" smtClean="0"/>
              <a:t>25/11/2025</a:t>
            </a:fld>
            <a:endParaRPr lang="vi-VN"/>
          </a:p>
        </p:txBody>
      </p:sp>
      <p:sp>
        <p:nvSpPr>
          <p:cNvPr id="5" name="Footer Placeholder 4">
            <a:extLst>
              <a:ext uri="{FF2B5EF4-FFF2-40B4-BE49-F238E27FC236}">
                <a16:creationId xmlns:a16="http://schemas.microsoft.com/office/drawing/2014/main" id="{6A634F81-BBE0-7BDD-0BF6-F8F583671168}"/>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50C8E227-DD5A-B7F4-52DC-41C303AEB22A}"/>
              </a:ext>
            </a:extLst>
          </p:cNvPr>
          <p:cNvSpPr>
            <a:spLocks noGrp="1"/>
          </p:cNvSpPr>
          <p:nvPr>
            <p:ph type="sldNum" sz="quarter" idx="12"/>
          </p:nvPr>
        </p:nvSpPr>
        <p:spPr/>
        <p:txBody>
          <a:bodyPr/>
          <a:lstStyle/>
          <a:p>
            <a:fld id="{8A70DA3F-1DA3-4B4F-B407-CA1F250DED77}" type="slidenum">
              <a:rPr lang="vi-VN" smtClean="0"/>
              <a:t>‹#›</a:t>
            </a:fld>
            <a:endParaRPr lang="vi-VN"/>
          </a:p>
        </p:txBody>
      </p:sp>
    </p:spTree>
    <p:extLst>
      <p:ext uri="{BB962C8B-B14F-4D97-AF65-F5344CB8AC3E}">
        <p14:creationId xmlns:p14="http://schemas.microsoft.com/office/powerpoint/2010/main" val="24354170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240"/>
        <p:cNvGrpSpPr/>
        <p:nvPr/>
      </p:nvGrpSpPr>
      <p:grpSpPr>
        <a:xfrm>
          <a:off x="0" y="0"/>
          <a:ext cx="0" cy="0"/>
          <a:chOff x="0" y="0"/>
          <a:chExt cx="0" cy="0"/>
        </a:xfrm>
      </p:grpSpPr>
      <p:sp>
        <p:nvSpPr>
          <p:cNvPr id="241" name="Google Shape;241;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2" name="Google Shape;242;p13"/>
          <p:cNvSpPr txBox="1">
            <a:spLocks noGrp="1"/>
          </p:cNvSpPr>
          <p:nvPr>
            <p:ph type="title" idx="2" hasCustomPrompt="1"/>
          </p:nvPr>
        </p:nvSpPr>
        <p:spPr>
          <a:xfrm>
            <a:off x="1467967" y="1604497"/>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243" name="Google Shape;243;p13"/>
          <p:cNvSpPr txBox="1">
            <a:spLocks noGrp="1"/>
          </p:cNvSpPr>
          <p:nvPr>
            <p:ph type="title" idx="3" hasCustomPrompt="1"/>
          </p:nvPr>
        </p:nvSpPr>
        <p:spPr>
          <a:xfrm>
            <a:off x="1467967" y="3718937"/>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244" name="Google Shape;244;p13"/>
          <p:cNvSpPr txBox="1">
            <a:spLocks noGrp="1"/>
          </p:cNvSpPr>
          <p:nvPr>
            <p:ph type="title" idx="4" hasCustomPrompt="1"/>
          </p:nvPr>
        </p:nvSpPr>
        <p:spPr>
          <a:xfrm>
            <a:off x="4559000" y="1604497"/>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245" name="Google Shape;245;p13"/>
          <p:cNvSpPr txBox="1">
            <a:spLocks noGrp="1"/>
          </p:cNvSpPr>
          <p:nvPr>
            <p:ph type="title" idx="5" hasCustomPrompt="1"/>
          </p:nvPr>
        </p:nvSpPr>
        <p:spPr>
          <a:xfrm>
            <a:off x="4559000" y="3718937"/>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246" name="Google Shape;246;p13"/>
          <p:cNvSpPr txBox="1">
            <a:spLocks noGrp="1"/>
          </p:cNvSpPr>
          <p:nvPr>
            <p:ph type="title" idx="6" hasCustomPrompt="1"/>
          </p:nvPr>
        </p:nvSpPr>
        <p:spPr>
          <a:xfrm>
            <a:off x="7650033" y="1604497"/>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247" name="Google Shape;247;p13"/>
          <p:cNvSpPr txBox="1">
            <a:spLocks noGrp="1"/>
          </p:cNvSpPr>
          <p:nvPr>
            <p:ph type="title" idx="7" hasCustomPrompt="1"/>
          </p:nvPr>
        </p:nvSpPr>
        <p:spPr>
          <a:xfrm>
            <a:off x="7650033" y="3718937"/>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248" name="Google Shape;248;p13"/>
          <p:cNvSpPr txBox="1">
            <a:spLocks noGrp="1"/>
          </p:cNvSpPr>
          <p:nvPr>
            <p:ph type="subTitle" idx="1"/>
          </p:nvPr>
        </p:nvSpPr>
        <p:spPr>
          <a:xfrm>
            <a:off x="1467967" y="2549967"/>
            <a:ext cx="3074000" cy="100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249" name="Google Shape;249;p13"/>
          <p:cNvSpPr txBox="1">
            <a:spLocks noGrp="1"/>
          </p:cNvSpPr>
          <p:nvPr>
            <p:ph type="subTitle" idx="8"/>
          </p:nvPr>
        </p:nvSpPr>
        <p:spPr>
          <a:xfrm>
            <a:off x="4559000" y="2549967"/>
            <a:ext cx="3074000" cy="100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250" name="Google Shape;250;p13"/>
          <p:cNvSpPr txBox="1">
            <a:spLocks noGrp="1"/>
          </p:cNvSpPr>
          <p:nvPr>
            <p:ph type="subTitle" idx="9"/>
          </p:nvPr>
        </p:nvSpPr>
        <p:spPr>
          <a:xfrm>
            <a:off x="7650033" y="2549967"/>
            <a:ext cx="3074000" cy="100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251" name="Google Shape;251;p13"/>
          <p:cNvSpPr txBox="1">
            <a:spLocks noGrp="1"/>
          </p:cNvSpPr>
          <p:nvPr>
            <p:ph type="subTitle" idx="13"/>
          </p:nvPr>
        </p:nvSpPr>
        <p:spPr>
          <a:xfrm>
            <a:off x="1467967" y="4664467"/>
            <a:ext cx="3074000" cy="100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252" name="Google Shape;252;p13"/>
          <p:cNvSpPr txBox="1">
            <a:spLocks noGrp="1"/>
          </p:cNvSpPr>
          <p:nvPr>
            <p:ph type="subTitle" idx="14"/>
          </p:nvPr>
        </p:nvSpPr>
        <p:spPr>
          <a:xfrm>
            <a:off x="4559000" y="4664467"/>
            <a:ext cx="3074000" cy="100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253" name="Google Shape;253;p13"/>
          <p:cNvSpPr txBox="1">
            <a:spLocks noGrp="1"/>
          </p:cNvSpPr>
          <p:nvPr>
            <p:ph type="subTitle" idx="15"/>
          </p:nvPr>
        </p:nvSpPr>
        <p:spPr>
          <a:xfrm>
            <a:off x="7650033" y="4664467"/>
            <a:ext cx="3074000" cy="100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254" name="Google Shape;254;p13"/>
          <p:cNvSpPr/>
          <p:nvPr/>
        </p:nvSpPr>
        <p:spPr>
          <a:xfrm rot="8819869" flipH="1">
            <a:off x="9380704" y="5244836"/>
            <a:ext cx="4211291" cy="334618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5" name="Google Shape;255;p13"/>
          <p:cNvSpPr/>
          <p:nvPr/>
        </p:nvSpPr>
        <p:spPr>
          <a:xfrm rot="-3657034" flipH="1">
            <a:off x="-1781691" y="-1145245"/>
            <a:ext cx="3661360" cy="2562260"/>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6" name="Google Shape;256;p13"/>
          <p:cNvGrpSpPr/>
          <p:nvPr/>
        </p:nvGrpSpPr>
        <p:grpSpPr>
          <a:xfrm>
            <a:off x="10819960" y="355785"/>
            <a:ext cx="1106656" cy="1001184"/>
            <a:chOff x="8114596" y="445039"/>
            <a:chExt cx="633002" cy="572716"/>
          </a:xfrm>
        </p:grpSpPr>
        <p:grpSp>
          <p:nvGrpSpPr>
            <p:cNvPr id="257" name="Google Shape;257;p13"/>
            <p:cNvGrpSpPr/>
            <p:nvPr/>
          </p:nvGrpSpPr>
          <p:grpSpPr>
            <a:xfrm>
              <a:off x="8114596" y="445039"/>
              <a:ext cx="633002" cy="572716"/>
              <a:chOff x="7189660" y="520827"/>
              <a:chExt cx="598074" cy="541115"/>
            </a:xfrm>
          </p:grpSpPr>
          <p:sp>
            <p:nvSpPr>
              <p:cNvPr id="258" name="Google Shape;258;p13"/>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nvGrpSpPr>
              <p:cNvPr id="259" name="Google Shape;259;p13"/>
              <p:cNvGrpSpPr/>
              <p:nvPr/>
            </p:nvGrpSpPr>
            <p:grpSpPr>
              <a:xfrm>
                <a:off x="7579137" y="551973"/>
                <a:ext cx="164782" cy="41529"/>
                <a:chOff x="7579137" y="551973"/>
                <a:chExt cx="164782" cy="41529"/>
              </a:xfrm>
            </p:grpSpPr>
            <p:sp>
              <p:nvSpPr>
                <p:cNvPr id="260" name="Google Shape;260;p13"/>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61" name="Google Shape;261;p13"/>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62" name="Google Shape;262;p13"/>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grpSp>
          <p:nvGrpSpPr>
            <p:cNvPr id="263" name="Google Shape;263;p13"/>
            <p:cNvGrpSpPr/>
            <p:nvPr/>
          </p:nvGrpSpPr>
          <p:grpSpPr>
            <a:xfrm>
              <a:off x="8184962" y="619646"/>
              <a:ext cx="498115" cy="257273"/>
              <a:chOff x="7256144" y="685800"/>
              <a:chExt cx="470630" cy="243077"/>
            </a:xfrm>
          </p:grpSpPr>
          <p:sp>
            <p:nvSpPr>
              <p:cNvPr id="264" name="Google Shape;264;p13"/>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nvGrpSpPr>
              <p:cNvPr id="265" name="Google Shape;265;p13"/>
              <p:cNvGrpSpPr/>
              <p:nvPr/>
            </p:nvGrpSpPr>
            <p:grpSpPr>
              <a:xfrm>
                <a:off x="7512843" y="685800"/>
                <a:ext cx="213931" cy="243077"/>
                <a:chOff x="7512843" y="685800"/>
                <a:chExt cx="213931" cy="243077"/>
              </a:xfrm>
            </p:grpSpPr>
            <p:grpSp>
              <p:nvGrpSpPr>
                <p:cNvPr id="266" name="Google Shape;266;p13"/>
                <p:cNvGrpSpPr/>
                <p:nvPr/>
              </p:nvGrpSpPr>
              <p:grpSpPr>
                <a:xfrm>
                  <a:off x="7512843" y="836580"/>
                  <a:ext cx="213931" cy="92297"/>
                  <a:chOff x="7512843" y="836580"/>
                  <a:chExt cx="213931" cy="92297"/>
                </a:xfrm>
              </p:grpSpPr>
              <p:sp>
                <p:nvSpPr>
                  <p:cNvPr id="267" name="Google Shape;267;p13"/>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68" name="Google Shape;268;p13"/>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269" name="Google Shape;269;p13"/>
                <p:cNvGrpSpPr/>
                <p:nvPr/>
              </p:nvGrpSpPr>
              <p:grpSpPr>
                <a:xfrm>
                  <a:off x="7512843" y="761238"/>
                  <a:ext cx="213931" cy="92296"/>
                  <a:chOff x="7512843" y="761238"/>
                  <a:chExt cx="213931" cy="92296"/>
                </a:xfrm>
              </p:grpSpPr>
              <p:sp>
                <p:nvSpPr>
                  <p:cNvPr id="270" name="Google Shape;270;p13"/>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71" name="Google Shape;271;p13"/>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272" name="Google Shape;272;p13"/>
                <p:cNvGrpSpPr/>
                <p:nvPr/>
              </p:nvGrpSpPr>
              <p:grpSpPr>
                <a:xfrm>
                  <a:off x="7512843" y="685800"/>
                  <a:ext cx="213931" cy="92297"/>
                  <a:chOff x="7512843" y="685800"/>
                  <a:chExt cx="213931" cy="92297"/>
                </a:xfrm>
              </p:grpSpPr>
              <p:sp>
                <p:nvSpPr>
                  <p:cNvPr id="273" name="Google Shape;273;p13"/>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74" name="Google Shape;274;p13"/>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grpSp>
      </p:grpSp>
      <p:sp>
        <p:nvSpPr>
          <p:cNvPr id="275" name="Google Shape;275;p13"/>
          <p:cNvSpPr/>
          <p:nvPr/>
        </p:nvSpPr>
        <p:spPr>
          <a:xfrm>
            <a:off x="83777" y="6438055"/>
            <a:ext cx="978727" cy="60357"/>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nvGrpSpPr>
          <p:cNvPr id="276" name="Google Shape;276;p13"/>
          <p:cNvGrpSpPr/>
          <p:nvPr/>
        </p:nvGrpSpPr>
        <p:grpSpPr>
          <a:xfrm>
            <a:off x="137861" y="5188249"/>
            <a:ext cx="891711" cy="1279663"/>
            <a:chOff x="10519314" y="4728596"/>
            <a:chExt cx="751780" cy="1078731"/>
          </a:xfrm>
        </p:grpSpPr>
        <p:grpSp>
          <p:nvGrpSpPr>
            <p:cNvPr id="277" name="Google Shape;277;p13"/>
            <p:cNvGrpSpPr/>
            <p:nvPr/>
          </p:nvGrpSpPr>
          <p:grpSpPr>
            <a:xfrm>
              <a:off x="10519314" y="4728596"/>
              <a:ext cx="626662" cy="1078731"/>
              <a:chOff x="10519314" y="4728596"/>
              <a:chExt cx="626662" cy="1078731"/>
            </a:xfrm>
          </p:grpSpPr>
          <p:grpSp>
            <p:nvGrpSpPr>
              <p:cNvPr id="278" name="Google Shape;278;p13"/>
              <p:cNvGrpSpPr/>
              <p:nvPr/>
            </p:nvGrpSpPr>
            <p:grpSpPr>
              <a:xfrm>
                <a:off x="10903220" y="4888205"/>
                <a:ext cx="242756" cy="919122"/>
                <a:chOff x="10903220" y="4888205"/>
                <a:chExt cx="242756" cy="919122"/>
              </a:xfrm>
            </p:grpSpPr>
            <p:sp>
              <p:nvSpPr>
                <p:cNvPr id="279" name="Google Shape;279;p13"/>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80" name="Google Shape;280;p13"/>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81" name="Google Shape;281;p13"/>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nvGrpSpPr>
                <p:cNvPr id="282" name="Google Shape;282;p13"/>
                <p:cNvGrpSpPr/>
                <p:nvPr/>
              </p:nvGrpSpPr>
              <p:grpSpPr>
                <a:xfrm>
                  <a:off x="11014221" y="5588618"/>
                  <a:ext cx="100021" cy="114784"/>
                  <a:chOff x="11014221" y="5588618"/>
                  <a:chExt cx="100021" cy="114784"/>
                </a:xfrm>
              </p:grpSpPr>
              <p:sp>
                <p:nvSpPr>
                  <p:cNvPr id="283" name="Google Shape;283;p13"/>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84" name="Google Shape;284;p13"/>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85" name="Google Shape;285;p13"/>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86" name="Google Shape;286;p13"/>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grpSp>
            <p:nvGrpSpPr>
              <p:cNvPr id="287" name="Google Shape;287;p13"/>
              <p:cNvGrpSpPr/>
              <p:nvPr/>
            </p:nvGrpSpPr>
            <p:grpSpPr>
              <a:xfrm>
                <a:off x="10718623" y="4728596"/>
                <a:ext cx="229169" cy="1075979"/>
                <a:chOff x="10718623" y="4728596"/>
                <a:chExt cx="229169" cy="1075979"/>
              </a:xfrm>
            </p:grpSpPr>
            <p:sp>
              <p:nvSpPr>
                <p:cNvPr id="288" name="Google Shape;288;p13"/>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89" name="Google Shape;289;p13"/>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nvGrpSpPr>
                <p:cNvPr id="290" name="Google Shape;290;p13"/>
                <p:cNvGrpSpPr/>
                <p:nvPr/>
              </p:nvGrpSpPr>
              <p:grpSpPr>
                <a:xfrm>
                  <a:off x="10765015" y="5040134"/>
                  <a:ext cx="116314" cy="49775"/>
                  <a:chOff x="10765015" y="5040134"/>
                  <a:chExt cx="116314" cy="49775"/>
                </a:xfrm>
              </p:grpSpPr>
              <p:sp>
                <p:nvSpPr>
                  <p:cNvPr id="291" name="Google Shape;291;p13"/>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92" name="Google Shape;292;p13"/>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293" name="Google Shape;293;p13"/>
                <p:cNvGrpSpPr/>
                <p:nvPr/>
              </p:nvGrpSpPr>
              <p:grpSpPr>
                <a:xfrm>
                  <a:off x="10784825" y="5436314"/>
                  <a:ext cx="116414" cy="49961"/>
                  <a:chOff x="10784825" y="5436314"/>
                  <a:chExt cx="116414" cy="49961"/>
                </a:xfrm>
              </p:grpSpPr>
              <p:sp>
                <p:nvSpPr>
                  <p:cNvPr id="294" name="Google Shape;294;p13"/>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95" name="Google Shape;295;p13"/>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grpSp>
            <p:nvGrpSpPr>
              <p:cNvPr id="296" name="Google Shape;296;p13"/>
              <p:cNvGrpSpPr/>
              <p:nvPr/>
            </p:nvGrpSpPr>
            <p:grpSpPr>
              <a:xfrm>
                <a:off x="10519314" y="4813458"/>
                <a:ext cx="202120" cy="992123"/>
                <a:chOff x="10519314" y="4813458"/>
                <a:chExt cx="202120" cy="992123"/>
              </a:xfrm>
            </p:grpSpPr>
            <p:sp>
              <p:nvSpPr>
                <p:cNvPr id="297" name="Google Shape;297;p13"/>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98" name="Google Shape;298;p13"/>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nvGrpSpPr>
                <p:cNvPr id="299" name="Google Shape;299;p13"/>
                <p:cNvGrpSpPr/>
                <p:nvPr/>
              </p:nvGrpSpPr>
              <p:grpSpPr>
                <a:xfrm>
                  <a:off x="10556176" y="5465730"/>
                  <a:ext cx="128397" cy="44196"/>
                  <a:chOff x="10556176" y="5465730"/>
                  <a:chExt cx="128397" cy="44196"/>
                </a:xfrm>
              </p:grpSpPr>
              <p:sp>
                <p:nvSpPr>
                  <p:cNvPr id="300" name="Google Shape;300;p13"/>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01" name="Google Shape;301;p13"/>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302" name="Google Shape;302;p13"/>
                <p:cNvGrpSpPr/>
                <p:nvPr/>
              </p:nvGrpSpPr>
              <p:grpSpPr>
                <a:xfrm>
                  <a:off x="10556176" y="5689187"/>
                  <a:ext cx="128397" cy="44196"/>
                  <a:chOff x="10556176" y="5689187"/>
                  <a:chExt cx="128397" cy="44196"/>
                </a:xfrm>
              </p:grpSpPr>
              <p:sp>
                <p:nvSpPr>
                  <p:cNvPr id="303" name="Google Shape;303;p13"/>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04" name="Google Shape;304;p13"/>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grpSp>
        <p:grpSp>
          <p:nvGrpSpPr>
            <p:cNvPr id="305" name="Google Shape;305;p13"/>
            <p:cNvGrpSpPr/>
            <p:nvPr/>
          </p:nvGrpSpPr>
          <p:grpSpPr>
            <a:xfrm>
              <a:off x="11058042" y="5088325"/>
              <a:ext cx="213052" cy="717953"/>
              <a:chOff x="11058042" y="5088325"/>
              <a:chExt cx="213052" cy="717953"/>
            </a:xfrm>
          </p:grpSpPr>
          <p:sp>
            <p:nvSpPr>
              <p:cNvPr id="306" name="Google Shape;306;p13"/>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07" name="Google Shape;307;p13"/>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grpSp>
        <p:nvGrpSpPr>
          <p:cNvPr id="308" name="Google Shape;308;p13"/>
          <p:cNvGrpSpPr/>
          <p:nvPr/>
        </p:nvGrpSpPr>
        <p:grpSpPr>
          <a:xfrm>
            <a:off x="200902" y="3764657"/>
            <a:ext cx="688156" cy="1038960"/>
            <a:chOff x="10572463" y="3528536"/>
            <a:chExt cx="580168" cy="875823"/>
          </a:xfrm>
        </p:grpSpPr>
        <p:grpSp>
          <p:nvGrpSpPr>
            <p:cNvPr id="309" name="Google Shape;309;p13"/>
            <p:cNvGrpSpPr/>
            <p:nvPr/>
          </p:nvGrpSpPr>
          <p:grpSpPr>
            <a:xfrm>
              <a:off x="10713815" y="3528536"/>
              <a:ext cx="438816" cy="746664"/>
              <a:chOff x="10713815" y="3528536"/>
              <a:chExt cx="438816" cy="746664"/>
            </a:xfrm>
          </p:grpSpPr>
          <p:sp>
            <p:nvSpPr>
              <p:cNvPr id="310" name="Google Shape;310;p13"/>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nvGrpSpPr>
              <p:cNvPr id="311" name="Google Shape;311;p13"/>
              <p:cNvGrpSpPr/>
              <p:nvPr/>
            </p:nvGrpSpPr>
            <p:grpSpPr>
              <a:xfrm>
                <a:off x="10776489" y="3625310"/>
                <a:ext cx="313848" cy="288226"/>
                <a:chOff x="10776489" y="3625310"/>
                <a:chExt cx="313848" cy="288226"/>
              </a:xfrm>
            </p:grpSpPr>
            <p:sp>
              <p:nvSpPr>
                <p:cNvPr id="312" name="Google Shape;312;p13"/>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13" name="Google Shape;313;p13"/>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14" name="Google Shape;314;p13"/>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15" name="Google Shape;315;p13"/>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16" name="Google Shape;316;p13"/>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17" name="Google Shape;317;p13"/>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318" name="Google Shape;318;p13"/>
              <p:cNvGrpSpPr/>
              <p:nvPr/>
            </p:nvGrpSpPr>
            <p:grpSpPr>
              <a:xfrm>
                <a:off x="10776489" y="3999547"/>
                <a:ext cx="313848" cy="181546"/>
                <a:chOff x="10776489" y="3999547"/>
                <a:chExt cx="313848" cy="181546"/>
              </a:xfrm>
            </p:grpSpPr>
            <p:sp>
              <p:nvSpPr>
                <p:cNvPr id="319" name="Google Shape;319;p13"/>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20" name="Google Shape;320;p13"/>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21" name="Google Shape;321;p13"/>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22" name="Google Shape;322;p13"/>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sp>
            <p:nvSpPr>
              <p:cNvPr id="323" name="Google Shape;323;p13"/>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324" name="Google Shape;324;p13"/>
            <p:cNvGrpSpPr/>
            <p:nvPr/>
          </p:nvGrpSpPr>
          <p:grpSpPr>
            <a:xfrm>
              <a:off x="10572463" y="3657790"/>
              <a:ext cx="438817" cy="746569"/>
              <a:chOff x="10572463" y="3657790"/>
              <a:chExt cx="438817" cy="746569"/>
            </a:xfrm>
          </p:grpSpPr>
          <p:sp>
            <p:nvSpPr>
              <p:cNvPr id="325" name="Google Shape;325;p13"/>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nvGrpSpPr>
              <p:cNvPr id="326" name="Google Shape;326;p13"/>
              <p:cNvGrpSpPr/>
              <p:nvPr/>
            </p:nvGrpSpPr>
            <p:grpSpPr>
              <a:xfrm>
                <a:off x="10635138" y="3754469"/>
                <a:ext cx="313848" cy="288321"/>
                <a:chOff x="10635138" y="3754469"/>
                <a:chExt cx="313848" cy="288321"/>
              </a:xfrm>
            </p:grpSpPr>
            <p:sp>
              <p:nvSpPr>
                <p:cNvPr id="327" name="Google Shape;327;p13"/>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28" name="Google Shape;328;p13"/>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29" name="Google Shape;329;p13"/>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30" name="Google Shape;330;p13"/>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31" name="Google Shape;331;p13"/>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32" name="Google Shape;332;p13"/>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333" name="Google Shape;333;p13"/>
              <p:cNvGrpSpPr/>
              <p:nvPr/>
            </p:nvGrpSpPr>
            <p:grpSpPr>
              <a:xfrm>
                <a:off x="10635138" y="4128801"/>
                <a:ext cx="313848" cy="181547"/>
                <a:chOff x="10635138" y="4128801"/>
                <a:chExt cx="313848" cy="181547"/>
              </a:xfrm>
            </p:grpSpPr>
            <p:sp>
              <p:nvSpPr>
                <p:cNvPr id="334" name="Google Shape;334;p13"/>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35" name="Google Shape;335;p13"/>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36" name="Google Shape;336;p13"/>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37" name="Google Shape;337;p13"/>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sp>
            <p:nvSpPr>
              <p:cNvPr id="338" name="Google Shape;338;p13"/>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grpSp>
        <p:nvGrpSpPr>
          <p:cNvPr id="339" name="Google Shape;339;p13"/>
          <p:cNvGrpSpPr/>
          <p:nvPr/>
        </p:nvGrpSpPr>
        <p:grpSpPr>
          <a:xfrm>
            <a:off x="482447" y="4801358"/>
            <a:ext cx="29373" cy="392645"/>
            <a:chOff x="10809827" y="4402455"/>
            <a:chExt cx="24764" cy="330993"/>
          </a:xfrm>
        </p:grpSpPr>
        <p:sp>
          <p:nvSpPr>
            <p:cNvPr id="340" name="Google Shape;340;p13"/>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41" name="Google Shape;341;p13"/>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42" name="Google Shape;342;p13"/>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399850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0DEC9E-6040-201E-6DCB-8B427B4908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8AF0EA63-76FC-39EC-B392-CF6756D0E8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748F8DE-C1F8-8123-0828-6DFE62A0D4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814715-9162-432F-B442-4A85C4EA268F}" type="datetimeFigureOut">
              <a:rPr lang="vi-VN" smtClean="0"/>
              <a:t>25/11/2025</a:t>
            </a:fld>
            <a:endParaRPr lang="vi-VN"/>
          </a:p>
        </p:txBody>
      </p:sp>
      <p:sp>
        <p:nvSpPr>
          <p:cNvPr id="5" name="Footer Placeholder 4">
            <a:extLst>
              <a:ext uri="{FF2B5EF4-FFF2-40B4-BE49-F238E27FC236}">
                <a16:creationId xmlns:a16="http://schemas.microsoft.com/office/drawing/2014/main" id="{2695B40E-D35B-3785-3505-244BC11E82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618389C9-836B-3139-23DA-B786901D5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70DA3F-1DA3-4B4F-B407-CA1F250DED77}" type="slidenum">
              <a:rPr lang="vi-VN" smtClean="0"/>
              <a:t>‹#›</a:t>
            </a:fld>
            <a:endParaRPr lang="vi-VN"/>
          </a:p>
        </p:txBody>
      </p:sp>
    </p:spTree>
    <p:extLst>
      <p:ext uri="{BB962C8B-B14F-4D97-AF65-F5344CB8AC3E}">
        <p14:creationId xmlns:p14="http://schemas.microsoft.com/office/powerpoint/2010/main" val="3793833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28"/>
          <p:cNvSpPr/>
          <p:nvPr/>
        </p:nvSpPr>
        <p:spPr>
          <a:xfrm rot="1053742">
            <a:off x="7247360" y="2529635"/>
            <a:ext cx="5753316" cy="5891457"/>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121900" tIns="121900" rIns="121900" bIns="121900" anchor="ctr" anchorCtr="0">
            <a:noAutofit/>
          </a:bodyPr>
          <a:lstStyle/>
          <a:p>
            <a:endParaRPr sz="2400"/>
          </a:p>
        </p:txBody>
      </p:sp>
      <p:sp>
        <p:nvSpPr>
          <p:cNvPr id="755" name="Google Shape;755;p28"/>
          <p:cNvSpPr txBox="1">
            <a:spLocks noGrp="1"/>
          </p:cNvSpPr>
          <p:nvPr>
            <p:ph type="ctrTitle"/>
          </p:nvPr>
        </p:nvSpPr>
        <p:spPr>
          <a:xfrm>
            <a:off x="2321701" y="1230649"/>
            <a:ext cx="8754390" cy="997769"/>
          </a:xfrm>
          <a:prstGeom prst="rect">
            <a:avLst/>
          </a:prstGeom>
        </p:spPr>
        <p:txBody>
          <a:bodyPr spcFirstLastPara="1" vert="horz" wrap="square" lIns="121900" tIns="121900" rIns="121900" bIns="121900" rtlCol="0" anchor="b" anchorCtr="0">
            <a:noAutofit/>
          </a:bodyPr>
          <a:lstStyle/>
          <a:p>
            <a:pPr>
              <a:spcBef>
                <a:spcPts val="0"/>
              </a:spcBef>
            </a:pPr>
            <a:r>
              <a:rPr lang="en" sz="5000" b="1" dirty="0">
                <a:latin typeface="Times New Roman" panose="02020603050405020304" pitchFamily="18" charset="0"/>
                <a:cs typeface="Times New Roman" panose="02020603050405020304" pitchFamily="18" charset="0"/>
              </a:rPr>
              <a:t>Chương trình tạo ảnh động </a:t>
            </a:r>
            <a:endParaRPr sz="5000" dirty="0"/>
          </a:p>
        </p:txBody>
      </p:sp>
      <p:sp>
        <p:nvSpPr>
          <p:cNvPr id="756" name="Google Shape;756;p28"/>
          <p:cNvSpPr txBox="1">
            <a:spLocks noGrp="1"/>
          </p:cNvSpPr>
          <p:nvPr>
            <p:ph type="subTitle" idx="1"/>
          </p:nvPr>
        </p:nvSpPr>
        <p:spPr>
          <a:xfrm>
            <a:off x="6345808" y="2542831"/>
            <a:ext cx="5482800" cy="634400"/>
          </a:xfrm>
          <a:prstGeom prst="rect">
            <a:avLst/>
          </a:prstGeom>
        </p:spPr>
        <p:txBody>
          <a:bodyPr spcFirstLastPara="1" vert="horz" wrap="square" lIns="121900" tIns="121900" rIns="121900" bIns="121900" rtlCol="0" anchor="t" anchorCtr="0">
            <a:noAutofit/>
          </a:bodyPr>
          <a:lstStyle/>
          <a:p>
            <a:pPr>
              <a:spcBef>
                <a:spcPts val="0"/>
              </a:spcBef>
            </a:pPr>
            <a:r>
              <a:rPr lang="vi-VN" dirty="0">
                <a:latin typeface="Times New Roman" panose="02020603050405020304" pitchFamily="18" charset="0"/>
                <a:cs typeface="Times New Roman" panose="02020603050405020304" pitchFamily="18" charset="0"/>
              </a:rPr>
              <a:t>Nhóm 4</a:t>
            </a:r>
          </a:p>
        </p:txBody>
      </p:sp>
      <p:grpSp>
        <p:nvGrpSpPr>
          <p:cNvPr id="3" name="Google Shape;757;p28">
            <a:extLst>
              <a:ext uri="{FF2B5EF4-FFF2-40B4-BE49-F238E27FC236}">
                <a16:creationId xmlns:a16="http://schemas.microsoft.com/office/drawing/2014/main" id="{786803F9-AB3F-7DDD-01C4-5F3B9C6C3B85}"/>
              </a:ext>
            </a:extLst>
          </p:cNvPr>
          <p:cNvGrpSpPr/>
          <p:nvPr/>
        </p:nvGrpSpPr>
        <p:grpSpPr>
          <a:xfrm>
            <a:off x="8055158" y="3065986"/>
            <a:ext cx="3841016" cy="3831227"/>
            <a:chOff x="5165167" y="656304"/>
            <a:chExt cx="3841016" cy="3831227"/>
          </a:xfrm>
        </p:grpSpPr>
        <p:grpSp>
          <p:nvGrpSpPr>
            <p:cNvPr id="4" name="Google Shape;758;p28">
              <a:extLst>
                <a:ext uri="{FF2B5EF4-FFF2-40B4-BE49-F238E27FC236}">
                  <a16:creationId xmlns:a16="http://schemas.microsoft.com/office/drawing/2014/main" id="{67819BA7-5D87-A24E-4FDB-ACDD09121F5A}"/>
                </a:ext>
              </a:extLst>
            </p:cNvPr>
            <p:cNvGrpSpPr/>
            <p:nvPr/>
          </p:nvGrpSpPr>
          <p:grpSpPr>
            <a:xfrm>
              <a:off x="5631671" y="1763892"/>
              <a:ext cx="2961644" cy="1992931"/>
              <a:chOff x="5311140" y="3874579"/>
              <a:chExt cx="2693384" cy="1812416"/>
            </a:xfrm>
          </p:grpSpPr>
          <p:grpSp>
            <p:nvGrpSpPr>
              <p:cNvPr id="1060" name="Google Shape;759;p28">
                <a:extLst>
                  <a:ext uri="{FF2B5EF4-FFF2-40B4-BE49-F238E27FC236}">
                    <a16:creationId xmlns:a16="http://schemas.microsoft.com/office/drawing/2014/main" id="{D2A8FB5F-4DE5-3B9D-38E8-FB8DC1B80A1B}"/>
                  </a:ext>
                </a:extLst>
              </p:cNvPr>
              <p:cNvGrpSpPr/>
              <p:nvPr/>
            </p:nvGrpSpPr>
            <p:grpSpPr>
              <a:xfrm>
                <a:off x="6183439" y="5359431"/>
                <a:ext cx="948880" cy="327564"/>
                <a:chOff x="6183439" y="5359431"/>
                <a:chExt cx="948880" cy="327564"/>
              </a:xfrm>
            </p:grpSpPr>
            <p:sp>
              <p:nvSpPr>
                <p:cNvPr id="1064" name="Google Shape;760;p28">
                  <a:extLst>
                    <a:ext uri="{FF2B5EF4-FFF2-40B4-BE49-F238E27FC236}">
                      <a16:creationId xmlns:a16="http://schemas.microsoft.com/office/drawing/2014/main" id="{6940C39F-C32B-1331-7D6E-EE3CA84C0D38}"/>
                    </a:ext>
                  </a:extLst>
                </p:cNvPr>
                <p:cNvSpPr/>
                <p:nvPr/>
              </p:nvSpPr>
              <p:spPr>
                <a:xfrm>
                  <a:off x="6459569" y="5359431"/>
                  <a:ext cx="396621" cy="291274"/>
                </a:xfrm>
                <a:custGeom>
                  <a:avLst/>
                  <a:gdLst/>
                  <a:ahLst/>
                  <a:cxnLst/>
                  <a:rect l="l" t="t" r="r" b="b"/>
                  <a:pathLst>
                    <a:path w="396621" h="291274" extrusionOk="0">
                      <a:moveTo>
                        <a:pt x="396621" y="0"/>
                      </a:moveTo>
                      <a:lnTo>
                        <a:pt x="396621" y="291274"/>
                      </a:lnTo>
                      <a:lnTo>
                        <a:pt x="0" y="291274"/>
                      </a:lnTo>
                      <a:lnTo>
                        <a:pt x="0" y="0"/>
                      </a:lnTo>
                      <a:lnTo>
                        <a:pt x="140304" y="0"/>
                      </a:lnTo>
                      <a:lnTo>
                        <a:pt x="140304" y="140017"/>
                      </a:lnTo>
                      <a:cubicBezTo>
                        <a:pt x="140304" y="171926"/>
                        <a:pt x="166402" y="198120"/>
                        <a:pt x="198311" y="198120"/>
                      </a:cubicBezTo>
                      <a:cubicBezTo>
                        <a:pt x="230220" y="198120"/>
                        <a:pt x="256413" y="171926"/>
                        <a:pt x="256413" y="140017"/>
                      </a:cubicBezTo>
                      <a:lnTo>
                        <a:pt x="256413" y="0"/>
                      </a:lnTo>
                      <a:lnTo>
                        <a:pt x="396621" y="0"/>
                      </a:lnTo>
                      <a:close/>
                    </a:path>
                  </a:pathLst>
                </a:custGeom>
                <a:solidFill>
                  <a:schemeClr val="accent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5" name="Google Shape;761;p28">
                  <a:extLst>
                    <a:ext uri="{FF2B5EF4-FFF2-40B4-BE49-F238E27FC236}">
                      <a16:creationId xmlns:a16="http://schemas.microsoft.com/office/drawing/2014/main" id="{1F929CEC-4F40-A4F9-18B1-728FA802E1D5}"/>
                    </a:ext>
                  </a:extLst>
                </p:cNvPr>
                <p:cNvSpPr/>
                <p:nvPr/>
              </p:nvSpPr>
              <p:spPr>
                <a:xfrm>
                  <a:off x="6459569" y="5359431"/>
                  <a:ext cx="140303" cy="59054"/>
                </a:xfrm>
                <a:custGeom>
                  <a:avLst/>
                  <a:gdLst/>
                  <a:ahLst/>
                  <a:cxnLst/>
                  <a:rect l="l" t="t" r="r" b="b"/>
                  <a:pathLst>
                    <a:path w="140303" h="59054" extrusionOk="0">
                      <a:moveTo>
                        <a:pt x="0" y="0"/>
                      </a:moveTo>
                      <a:lnTo>
                        <a:pt x="140304" y="0"/>
                      </a:lnTo>
                      <a:lnTo>
                        <a:pt x="140304" y="59055"/>
                      </a:lnTo>
                      <a:lnTo>
                        <a:pt x="0" y="42862"/>
                      </a:lnTo>
                      <a:lnTo>
                        <a:pt x="0" y="0"/>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6" name="Google Shape;762;p28">
                  <a:extLst>
                    <a:ext uri="{FF2B5EF4-FFF2-40B4-BE49-F238E27FC236}">
                      <a16:creationId xmlns:a16="http://schemas.microsoft.com/office/drawing/2014/main" id="{911200F0-026D-03BB-E040-A4248837CDBB}"/>
                    </a:ext>
                  </a:extLst>
                </p:cNvPr>
                <p:cNvSpPr/>
                <p:nvPr/>
              </p:nvSpPr>
              <p:spPr>
                <a:xfrm>
                  <a:off x="6715982" y="5359431"/>
                  <a:ext cx="140207" cy="88391"/>
                </a:xfrm>
                <a:custGeom>
                  <a:avLst/>
                  <a:gdLst/>
                  <a:ahLst/>
                  <a:cxnLst/>
                  <a:rect l="l" t="t" r="r" b="b"/>
                  <a:pathLst>
                    <a:path w="140207" h="88391" extrusionOk="0">
                      <a:moveTo>
                        <a:pt x="140208" y="0"/>
                      </a:moveTo>
                      <a:lnTo>
                        <a:pt x="140208" y="88392"/>
                      </a:lnTo>
                      <a:lnTo>
                        <a:pt x="0" y="72295"/>
                      </a:lnTo>
                      <a:lnTo>
                        <a:pt x="0" y="0"/>
                      </a:lnTo>
                      <a:lnTo>
                        <a:pt x="140208" y="0"/>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7" name="Google Shape;763;p28">
                  <a:extLst>
                    <a:ext uri="{FF2B5EF4-FFF2-40B4-BE49-F238E27FC236}">
                      <a16:creationId xmlns:a16="http://schemas.microsoft.com/office/drawing/2014/main" id="{08386E3C-F4AF-0EF5-9EA5-3864E9D957FB}"/>
                    </a:ext>
                  </a:extLst>
                </p:cNvPr>
                <p:cNvSpPr/>
                <p:nvPr/>
              </p:nvSpPr>
              <p:spPr>
                <a:xfrm>
                  <a:off x="6183439" y="5647467"/>
                  <a:ext cx="948880" cy="39528"/>
                </a:xfrm>
                <a:custGeom>
                  <a:avLst/>
                  <a:gdLst/>
                  <a:ahLst/>
                  <a:cxnLst/>
                  <a:rect l="l" t="t" r="r" b="b"/>
                  <a:pathLst>
                    <a:path w="948880" h="39528" extrusionOk="0">
                      <a:moveTo>
                        <a:pt x="0" y="0"/>
                      </a:moveTo>
                      <a:lnTo>
                        <a:pt x="948880" y="0"/>
                      </a:lnTo>
                      <a:lnTo>
                        <a:pt x="948880" y="39529"/>
                      </a:lnTo>
                      <a:lnTo>
                        <a:pt x="0" y="39529"/>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061" name="Google Shape;764;p28">
                <a:extLst>
                  <a:ext uri="{FF2B5EF4-FFF2-40B4-BE49-F238E27FC236}">
                    <a16:creationId xmlns:a16="http://schemas.microsoft.com/office/drawing/2014/main" id="{33BC8CDA-E6BD-1266-8D68-E6EB3E0998EC}"/>
                  </a:ext>
                </a:extLst>
              </p:cNvPr>
              <p:cNvSpPr/>
              <p:nvPr/>
            </p:nvSpPr>
            <p:spPr>
              <a:xfrm>
                <a:off x="5311140" y="3874579"/>
                <a:ext cx="2693384" cy="1517428"/>
              </a:xfrm>
              <a:custGeom>
                <a:avLst/>
                <a:gdLst/>
                <a:ahLst/>
                <a:cxnLst/>
                <a:rect l="l" t="t" r="r" b="b"/>
                <a:pathLst>
                  <a:path w="2693384" h="1517428" extrusionOk="0">
                    <a:moveTo>
                      <a:pt x="2693384" y="107442"/>
                    </a:moveTo>
                    <a:lnTo>
                      <a:pt x="2693384" y="1409890"/>
                    </a:lnTo>
                    <a:cubicBezTo>
                      <a:pt x="2693384" y="1469231"/>
                      <a:pt x="2645283" y="1517428"/>
                      <a:pt x="2585847" y="1517428"/>
                    </a:cubicBezTo>
                    <a:lnTo>
                      <a:pt x="107537" y="1517428"/>
                    </a:lnTo>
                    <a:cubicBezTo>
                      <a:pt x="48101" y="1517428"/>
                      <a:pt x="0" y="1469231"/>
                      <a:pt x="0" y="1409890"/>
                    </a:cubicBezTo>
                    <a:lnTo>
                      <a:pt x="0" y="107442"/>
                    </a:lnTo>
                    <a:cubicBezTo>
                      <a:pt x="0" y="48101"/>
                      <a:pt x="48101" y="0"/>
                      <a:pt x="107537" y="0"/>
                    </a:cubicBezTo>
                    <a:lnTo>
                      <a:pt x="2585847" y="0"/>
                    </a:lnTo>
                    <a:cubicBezTo>
                      <a:pt x="2645283" y="0"/>
                      <a:pt x="2693384" y="48101"/>
                      <a:pt x="2693384" y="107442"/>
                    </a:cubicBez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2" name="Google Shape;765;p28">
                <a:extLst>
                  <a:ext uri="{FF2B5EF4-FFF2-40B4-BE49-F238E27FC236}">
                    <a16:creationId xmlns:a16="http://schemas.microsoft.com/office/drawing/2014/main" id="{3F343DEB-67C5-664C-90A6-9DA182D3427F}"/>
                  </a:ext>
                </a:extLst>
              </p:cNvPr>
              <p:cNvSpPr/>
              <p:nvPr/>
            </p:nvSpPr>
            <p:spPr>
              <a:xfrm>
                <a:off x="5311140" y="4009739"/>
                <a:ext cx="2693384" cy="1223295"/>
              </a:xfrm>
              <a:custGeom>
                <a:avLst/>
                <a:gdLst/>
                <a:ahLst/>
                <a:cxnLst/>
                <a:rect l="l" t="t" r="r" b="b"/>
                <a:pathLst>
                  <a:path w="2693384" h="1223295" extrusionOk="0">
                    <a:moveTo>
                      <a:pt x="0" y="0"/>
                    </a:moveTo>
                    <a:lnTo>
                      <a:pt x="2693384" y="0"/>
                    </a:lnTo>
                    <a:lnTo>
                      <a:pt x="2693384" y="1223296"/>
                    </a:lnTo>
                    <a:lnTo>
                      <a:pt x="0" y="1223296"/>
                    </a:lnTo>
                    <a:close/>
                  </a:path>
                </a:pathLst>
              </a:custGeom>
              <a:solidFill>
                <a:schemeClr val="accent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3" name="Google Shape;766;p28">
                <a:extLst>
                  <a:ext uri="{FF2B5EF4-FFF2-40B4-BE49-F238E27FC236}">
                    <a16:creationId xmlns:a16="http://schemas.microsoft.com/office/drawing/2014/main" id="{12E5C161-4DB3-244C-F5D8-120E3E1D1713}"/>
                  </a:ext>
                </a:extLst>
              </p:cNvPr>
              <p:cNvSpPr/>
              <p:nvPr/>
            </p:nvSpPr>
            <p:spPr>
              <a:xfrm>
                <a:off x="6619875" y="5273611"/>
                <a:ext cx="76009" cy="76009"/>
              </a:xfrm>
              <a:custGeom>
                <a:avLst/>
                <a:gdLst/>
                <a:ahLst/>
                <a:cxnLst/>
                <a:rect l="l" t="t" r="r" b="b"/>
                <a:pathLst>
                  <a:path w="76009" h="76009" extrusionOk="0">
                    <a:moveTo>
                      <a:pt x="76009" y="38005"/>
                    </a:moveTo>
                    <a:cubicBezTo>
                      <a:pt x="76009" y="58960"/>
                      <a:pt x="59055" y="76010"/>
                      <a:pt x="38005" y="76010"/>
                    </a:cubicBezTo>
                    <a:cubicBezTo>
                      <a:pt x="16955" y="76010"/>
                      <a:pt x="0" y="59055"/>
                      <a:pt x="0" y="38005"/>
                    </a:cubicBezTo>
                    <a:cubicBezTo>
                      <a:pt x="0" y="16954"/>
                      <a:pt x="16955" y="0"/>
                      <a:pt x="38005" y="0"/>
                    </a:cubicBezTo>
                    <a:cubicBezTo>
                      <a:pt x="59055" y="0"/>
                      <a:pt x="76009" y="16954"/>
                      <a:pt x="76009" y="38005"/>
                    </a:cubicBezTo>
                    <a:close/>
                  </a:path>
                </a:pathLst>
              </a:custGeom>
              <a:solidFill>
                <a:srgbClr val="42444F"/>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 name="Google Shape;767;p28">
              <a:extLst>
                <a:ext uri="{FF2B5EF4-FFF2-40B4-BE49-F238E27FC236}">
                  <a16:creationId xmlns:a16="http://schemas.microsoft.com/office/drawing/2014/main" id="{CB5EC195-71C2-3F61-6A58-D4E8981924DC}"/>
                </a:ext>
              </a:extLst>
            </p:cNvPr>
            <p:cNvGrpSpPr/>
            <p:nvPr/>
          </p:nvGrpSpPr>
          <p:grpSpPr>
            <a:xfrm>
              <a:off x="6285440" y="656304"/>
              <a:ext cx="1654423" cy="835905"/>
              <a:chOff x="5905690" y="2867310"/>
              <a:chExt cx="1504568" cy="760190"/>
            </a:xfrm>
          </p:grpSpPr>
          <p:sp>
            <p:nvSpPr>
              <p:cNvPr id="1058" name="Google Shape;768;p28">
                <a:extLst>
                  <a:ext uri="{FF2B5EF4-FFF2-40B4-BE49-F238E27FC236}">
                    <a16:creationId xmlns:a16="http://schemas.microsoft.com/office/drawing/2014/main" id="{CEFE5110-4978-03DA-71BB-FD97CB395A5A}"/>
                  </a:ext>
                </a:extLst>
              </p:cNvPr>
              <p:cNvSpPr/>
              <p:nvPr/>
            </p:nvSpPr>
            <p:spPr>
              <a:xfrm>
                <a:off x="5905690" y="2867310"/>
                <a:ext cx="1504568" cy="760190"/>
              </a:xfrm>
              <a:custGeom>
                <a:avLst/>
                <a:gdLst/>
                <a:ahLst/>
                <a:cxnLst/>
                <a:rect l="l" t="t" r="r" b="b"/>
                <a:pathLst>
                  <a:path w="1504568" h="760190" extrusionOk="0">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9" name="Google Shape;769;p28">
                <a:extLst>
                  <a:ext uri="{FF2B5EF4-FFF2-40B4-BE49-F238E27FC236}">
                    <a16:creationId xmlns:a16="http://schemas.microsoft.com/office/drawing/2014/main" id="{B7D3D149-C7FA-B1EC-F9FC-3E31CDEF4D41}"/>
                  </a:ext>
                </a:extLst>
              </p:cNvPr>
              <p:cNvSpPr/>
              <p:nvPr/>
            </p:nvSpPr>
            <p:spPr>
              <a:xfrm>
                <a:off x="5905690" y="2918364"/>
                <a:ext cx="922591" cy="709136"/>
              </a:xfrm>
              <a:custGeom>
                <a:avLst/>
                <a:gdLst/>
                <a:ahLst/>
                <a:cxnLst/>
                <a:rect l="l" t="t" r="r" b="b"/>
                <a:pathLst>
                  <a:path w="922591" h="709136" extrusionOk="0">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 name="Google Shape;770;p28">
              <a:extLst>
                <a:ext uri="{FF2B5EF4-FFF2-40B4-BE49-F238E27FC236}">
                  <a16:creationId xmlns:a16="http://schemas.microsoft.com/office/drawing/2014/main" id="{D447173C-7B1F-4CEB-71CB-B95C927CA368}"/>
                </a:ext>
              </a:extLst>
            </p:cNvPr>
            <p:cNvGrpSpPr/>
            <p:nvPr/>
          </p:nvGrpSpPr>
          <p:grpSpPr>
            <a:xfrm>
              <a:off x="8276803" y="1327941"/>
              <a:ext cx="387944" cy="273258"/>
              <a:chOff x="7716678" y="3270218"/>
              <a:chExt cx="352805" cy="248507"/>
            </a:xfrm>
          </p:grpSpPr>
          <p:sp>
            <p:nvSpPr>
              <p:cNvPr id="1056" name="Google Shape;771;p28">
                <a:extLst>
                  <a:ext uri="{FF2B5EF4-FFF2-40B4-BE49-F238E27FC236}">
                    <a16:creationId xmlns:a16="http://schemas.microsoft.com/office/drawing/2014/main" id="{BA7AE2CE-FF24-230E-423B-AD26607C1B2F}"/>
                  </a:ext>
                </a:extLst>
              </p:cNvPr>
              <p:cNvSpPr/>
              <p:nvPr/>
            </p:nvSpPr>
            <p:spPr>
              <a:xfrm>
                <a:off x="7716678" y="3270218"/>
                <a:ext cx="352805" cy="248507"/>
              </a:xfrm>
              <a:custGeom>
                <a:avLst/>
                <a:gdLst/>
                <a:ahLst/>
                <a:cxnLst/>
                <a:rect l="l" t="t" r="r" b="b"/>
                <a:pathLst>
                  <a:path w="352805" h="248507" extrusionOk="0">
                    <a:moveTo>
                      <a:pt x="261938" y="0"/>
                    </a:moveTo>
                    <a:lnTo>
                      <a:pt x="90868" y="0"/>
                    </a:lnTo>
                    <a:cubicBezTo>
                      <a:pt x="40862" y="0"/>
                      <a:pt x="0" y="40862"/>
                      <a:pt x="0" y="90869"/>
                    </a:cubicBezTo>
                    <a:cubicBezTo>
                      <a:pt x="0" y="140875"/>
                      <a:pt x="38100" y="178879"/>
                      <a:pt x="85725" y="181642"/>
                    </a:cubicBezTo>
                    <a:lnTo>
                      <a:pt x="29527" y="248508"/>
                    </a:lnTo>
                    <a:lnTo>
                      <a:pt x="135445" y="181833"/>
                    </a:lnTo>
                    <a:lnTo>
                      <a:pt x="261938" y="181833"/>
                    </a:lnTo>
                    <a:cubicBezTo>
                      <a:pt x="311944" y="181833"/>
                      <a:pt x="352806" y="140970"/>
                      <a:pt x="352806" y="90964"/>
                    </a:cubicBezTo>
                    <a:cubicBezTo>
                      <a:pt x="352806" y="40958"/>
                      <a:pt x="311944" y="95"/>
                      <a:pt x="261938" y="95"/>
                    </a:cubicBezTo>
                    <a:close/>
                  </a:path>
                </a:pathLst>
              </a:custGeom>
              <a:solidFill>
                <a:schemeClr val="accent3"/>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7" name="Google Shape;772;p28">
                <a:extLst>
                  <a:ext uri="{FF2B5EF4-FFF2-40B4-BE49-F238E27FC236}">
                    <a16:creationId xmlns:a16="http://schemas.microsoft.com/office/drawing/2014/main" id="{31B42BC1-09B7-6052-13B6-11CF3A732ACA}"/>
                  </a:ext>
                </a:extLst>
              </p:cNvPr>
              <p:cNvSpPr/>
              <p:nvPr/>
            </p:nvSpPr>
            <p:spPr>
              <a:xfrm>
                <a:off x="7783353" y="3331749"/>
                <a:ext cx="219455" cy="59054"/>
              </a:xfrm>
              <a:custGeom>
                <a:avLst/>
                <a:gdLst/>
                <a:ahLst/>
                <a:cxnLst/>
                <a:rect l="l" t="t" r="r" b="b"/>
                <a:pathLst>
                  <a:path w="219455" h="59054" extrusionOk="0">
                    <a:moveTo>
                      <a:pt x="29527" y="0"/>
                    </a:moveTo>
                    <a:cubicBezTo>
                      <a:pt x="13239" y="0"/>
                      <a:pt x="0" y="13240"/>
                      <a:pt x="0" y="29528"/>
                    </a:cubicBezTo>
                    <a:cubicBezTo>
                      <a:pt x="0" y="45815"/>
                      <a:pt x="13239" y="59055"/>
                      <a:pt x="29527" y="59055"/>
                    </a:cubicBezTo>
                    <a:cubicBezTo>
                      <a:pt x="45815" y="59055"/>
                      <a:pt x="59055" y="45815"/>
                      <a:pt x="59055" y="29528"/>
                    </a:cubicBezTo>
                    <a:cubicBezTo>
                      <a:pt x="59055" y="13240"/>
                      <a:pt x="45815" y="0"/>
                      <a:pt x="29527" y="0"/>
                    </a:cubicBezTo>
                    <a:close/>
                    <a:moveTo>
                      <a:pt x="109728" y="0"/>
                    </a:moveTo>
                    <a:cubicBezTo>
                      <a:pt x="93440" y="0"/>
                      <a:pt x="80200" y="13240"/>
                      <a:pt x="80200" y="29528"/>
                    </a:cubicBezTo>
                    <a:cubicBezTo>
                      <a:pt x="80200" y="45815"/>
                      <a:pt x="93440" y="59055"/>
                      <a:pt x="109728" y="59055"/>
                    </a:cubicBezTo>
                    <a:cubicBezTo>
                      <a:pt x="126016" y="59055"/>
                      <a:pt x="139255" y="45815"/>
                      <a:pt x="139255" y="29528"/>
                    </a:cubicBezTo>
                    <a:cubicBezTo>
                      <a:pt x="139255" y="13240"/>
                      <a:pt x="126016" y="0"/>
                      <a:pt x="109728" y="0"/>
                    </a:cubicBezTo>
                    <a:close/>
                    <a:moveTo>
                      <a:pt x="189929" y="0"/>
                    </a:moveTo>
                    <a:cubicBezTo>
                      <a:pt x="173641" y="0"/>
                      <a:pt x="160401" y="13240"/>
                      <a:pt x="160401" y="29528"/>
                    </a:cubicBezTo>
                    <a:cubicBezTo>
                      <a:pt x="160401" y="45815"/>
                      <a:pt x="173641" y="59055"/>
                      <a:pt x="189929" y="59055"/>
                    </a:cubicBezTo>
                    <a:cubicBezTo>
                      <a:pt x="206216" y="59055"/>
                      <a:pt x="219456" y="45815"/>
                      <a:pt x="219456" y="29528"/>
                    </a:cubicBezTo>
                    <a:cubicBezTo>
                      <a:pt x="219456" y="13240"/>
                      <a:pt x="206216" y="0"/>
                      <a:pt x="189929" y="0"/>
                    </a:cubicBezTo>
                    <a:close/>
                  </a:path>
                </a:pathLst>
              </a:cu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 name="Google Shape;773;p28">
              <a:extLst>
                <a:ext uri="{FF2B5EF4-FFF2-40B4-BE49-F238E27FC236}">
                  <a16:creationId xmlns:a16="http://schemas.microsoft.com/office/drawing/2014/main" id="{2319967B-B7E3-0560-C118-DC7041689470}"/>
                </a:ext>
              </a:extLst>
            </p:cNvPr>
            <p:cNvSpPr/>
            <p:nvPr/>
          </p:nvSpPr>
          <p:spPr>
            <a:xfrm>
              <a:off x="7148815" y="1542896"/>
              <a:ext cx="10501" cy="432759"/>
            </a:xfrm>
            <a:custGeom>
              <a:avLst/>
              <a:gdLst/>
              <a:ahLst/>
              <a:cxnLst/>
              <a:rect l="l" t="t" r="r" b="b"/>
              <a:pathLst>
                <a:path w="9525" h="392525" extrusionOk="0">
                  <a:moveTo>
                    <a:pt x="0" y="0"/>
                  </a:moveTo>
                  <a:lnTo>
                    <a:pt x="0" y="392525"/>
                  </a:lnTo>
                </a:path>
              </a:pathLst>
            </a:custGeom>
            <a:noFill/>
            <a:ln w="29900" cap="rnd"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 name="Google Shape;774;p28">
              <a:extLst>
                <a:ext uri="{FF2B5EF4-FFF2-40B4-BE49-F238E27FC236}">
                  <a16:creationId xmlns:a16="http://schemas.microsoft.com/office/drawing/2014/main" id="{9CEB3C7F-B21A-B45C-AF4F-F6AB93154725}"/>
                </a:ext>
              </a:extLst>
            </p:cNvPr>
            <p:cNvGrpSpPr/>
            <p:nvPr/>
          </p:nvGrpSpPr>
          <p:grpSpPr>
            <a:xfrm>
              <a:off x="5483130" y="2415465"/>
              <a:ext cx="27232" cy="532378"/>
              <a:chOff x="3534917" y="4467129"/>
              <a:chExt cx="24765" cy="484156"/>
            </a:xfrm>
          </p:grpSpPr>
          <p:sp>
            <p:nvSpPr>
              <p:cNvPr id="1053" name="Google Shape;775;p28">
                <a:extLst>
                  <a:ext uri="{FF2B5EF4-FFF2-40B4-BE49-F238E27FC236}">
                    <a16:creationId xmlns:a16="http://schemas.microsoft.com/office/drawing/2014/main" id="{50319108-EA70-871B-97A0-B6D20FDEAB0F}"/>
                  </a:ext>
                </a:extLst>
              </p:cNvPr>
              <p:cNvSpPr/>
              <p:nvPr/>
            </p:nvSpPr>
            <p:spPr>
              <a:xfrm>
                <a:off x="3547300" y="4478845"/>
                <a:ext cx="9525" cy="460724"/>
              </a:xfrm>
              <a:custGeom>
                <a:avLst/>
                <a:gdLst/>
                <a:ahLst/>
                <a:cxnLst/>
                <a:rect l="l" t="t" r="r" b="b"/>
                <a:pathLst>
                  <a:path w="9525" h="460724" extrusionOk="0">
                    <a:moveTo>
                      <a:pt x="0" y="460724"/>
                    </a:moveTo>
                    <a:lnTo>
                      <a:pt x="0" y="0"/>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4" name="Google Shape;776;p28">
                <a:extLst>
                  <a:ext uri="{FF2B5EF4-FFF2-40B4-BE49-F238E27FC236}">
                    <a16:creationId xmlns:a16="http://schemas.microsoft.com/office/drawing/2014/main" id="{D9B21EA8-2577-DD7B-E229-3B1D4D2FAE16}"/>
                  </a:ext>
                </a:extLst>
              </p:cNvPr>
              <p:cNvSpPr/>
              <p:nvPr/>
            </p:nvSpPr>
            <p:spPr>
              <a:xfrm>
                <a:off x="3534917" y="4926520"/>
                <a:ext cx="24765" cy="24765"/>
              </a:xfrm>
              <a:custGeom>
                <a:avLst/>
                <a:gdLst/>
                <a:ahLst/>
                <a:cxnLst/>
                <a:rect l="l" t="t" r="r" b="b"/>
                <a:pathLst>
                  <a:path w="24765" h="24765" extrusionOk="0">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5" name="Google Shape;777;p28">
                <a:extLst>
                  <a:ext uri="{FF2B5EF4-FFF2-40B4-BE49-F238E27FC236}">
                    <a16:creationId xmlns:a16="http://schemas.microsoft.com/office/drawing/2014/main" id="{BB6BCBA0-5D02-7BE0-8EE8-56018094F257}"/>
                  </a:ext>
                </a:extLst>
              </p:cNvPr>
              <p:cNvSpPr/>
              <p:nvPr/>
            </p:nvSpPr>
            <p:spPr>
              <a:xfrm>
                <a:off x="3534917" y="4467129"/>
                <a:ext cx="24765" cy="24765"/>
              </a:xfrm>
              <a:custGeom>
                <a:avLst/>
                <a:gdLst/>
                <a:ahLst/>
                <a:cxnLst/>
                <a:rect l="l" t="t" r="r" b="b"/>
                <a:pathLst>
                  <a:path w="24765" h="24765" extrusionOk="0">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 name="Google Shape;778;p28">
              <a:extLst>
                <a:ext uri="{FF2B5EF4-FFF2-40B4-BE49-F238E27FC236}">
                  <a16:creationId xmlns:a16="http://schemas.microsoft.com/office/drawing/2014/main" id="{A6963147-0D9A-EBA2-0E9E-9DC6D3665A91}"/>
                </a:ext>
              </a:extLst>
            </p:cNvPr>
            <p:cNvGrpSpPr/>
            <p:nvPr/>
          </p:nvGrpSpPr>
          <p:grpSpPr>
            <a:xfrm>
              <a:off x="5643242" y="2277186"/>
              <a:ext cx="749417" cy="303868"/>
              <a:chOff x="3680531" y="4341375"/>
              <a:chExt cx="681537" cy="276344"/>
            </a:xfrm>
          </p:grpSpPr>
          <p:sp>
            <p:nvSpPr>
              <p:cNvPr id="1050" name="Google Shape;779;p28">
                <a:extLst>
                  <a:ext uri="{FF2B5EF4-FFF2-40B4-BE49-F238E27FC236}">
                    <a16:creationId xmlns:a16="http://schemas.microsoft.com/office/drawing/2014/main" id="{3680D389-57DB-BCD2-4335-D78DC4782DEF}"/>
                  </a:ext>
                </a:extLst>
              </p:cNvPr>
              <p:cNvSpPr/>
              <p:nvPr/>
            </p:nvSpPr>
            <p:spPr>
              <a:xfrm>
                <a:off x="3692461" y="4353401"/>
                <a:ext cx="657796" cy="251936"/>
              </a:xfrm>
              <a:custGeom>
                <a:avLst/>
                <a:gdLst/>
                <a:ahLst/>
                <a:cxnLst/>
                <a:rect l="l" t="t" r="r" b="b"/>
                <a:pathLst>
                  <a:path w="657796" h="251936" extrusionOk="0">
                    <a:moveTo>
                      <a:pt x="0" y="0"/>
                    </a:moveTo>
                    <a:lnTo>
                      <a:pt x="217075" y="217075"/>
                    </a:lnTo>
                    <a:cubicBezTo>
                      <a:pt x="239363" y="239363"/>
                      <a:pt x="269653" y="251936"/>
                      <a:pt x="301180" y="251936"/>
                    </a:cubicBezTo>
                    <a:lnTo>
                      <a:pt x="657797" y="251936"/>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1" name="Google Shape;780;p28">
                <a:extLst>
                  <a:ext uri="{FF2B5EF4-FFF2-40B4-BE49-F238E27FC236}">
                    <a16:creationId xmlns:a16="http://schemas.microsoft.com/office/drawing/2014/main" id="{88A82867-1B76-EC67-3789-DCF01FC9C473}"/>
                  </a:ext>
                </a:extLst>
              </p:cNvPr>
              <p:cNvSpPr/>
              <p:nvPr/>
            </p:nvSpPr>
            <p:spPr>
              <a:xfrm>
                <a:off x="3680531" y="4341375"/>
                <a:ext cx="24812" cy="24812"/>
              </a:xfrm>
              <a:custGeom>
                <a:avLst/>
                <a:gdLst/>
                <a:ahLst/>
                <a:cxnLst/>
                <a:rect l="l" t="t" r="r" b="b"/>
                <a:pathLst>
                  <a:path w="24812" h="24812" extrusionOk="0">
                    <a:moveTo>
                      <a:pt x="3643" y="21169"/>
                    </a:moveTo>
                    <a:cubicBezTo>
                      <a:pt x="-1214" y="16312"/>
                      <a:pt x="-1214" y="8501"/>
                      <a:pt x="3643" y="3643"/>
                    </a:cubicBezTo>
                    <a:cubicBezTo>
                      <a:pt x="8501" y="-1214"/>
                      <a:pt x="16312" y="-1214"/>
                      <a:pt x="21169" y="3643"/>
                    </a:cubicBezTo>
                    <a:cubicBezTo>
                      <a:pt x="26027" y="8501"/>
                      <a:pt x="26027" y="16312"/>
                      <a:pt x="21169" y="21169"/>
                    </a:cubicBezTo>
                    <a:cubicBezTo>
                      <a:pt x="16312" y="26027"/>
                      <a:pt x="8501" y="26027"/>
                      <a:pt x="3643" y="21169"/>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2" name="Google Shape;781;p28">
                <a:extLst>
                  <a:ext uri="{FF2B5EF4-FFF2-40B4-BE49-F238E27FC236}">
                    <a16:creationId xmlns:a16="http://schemas.microsoft.com/office/drawing/2014/main" id="{DE27898F-3E74-24BA-79AB-4D7C60E082FB}"/>
                  </a:ext>
                </a:extLst>
              </p:cNvPr>
              <p:cNvSpPr/>
              <p:nvPr/>
            </p:nvSpPr>
            <p:spPr>
              <a:xfrm>
                <a:off x="4337303" y="4592955"/>
                <a:ext cx="24765" cy="24764"/>
              </a:xfrm>
              <a:custGeom>
                <a:avLst/>
                <a:gdLst/>
                <a:ahLst/>
                <a:cxnLst/>
                <a:rect l="l" t="t" r="r" b="b"/>
                <a:pathLst>
                  <a:path w="24765" h="24764" extrusionOk="0">
                    <a:moveTo>
                      <a:pt x="12383" y="24765"/>
                    </a:moveTo>
                    <a:cubicBezTo>
                      <a:pt x="19241" y="24765"/>
                      <a:pt x="24765" y="19240"/>
                      <a:pt x="24765" y="12382"/>
                    </a:cubicBezTo>
                    <a:cubicBezTo>
                      <a:pt x="24765" y="5524"/>
                      <a:pt x="19241" y="0"/>
                      <a:pt x="12383" y="0"/>
                    </a:cubicBezTo>
                    <a:cubicBezTo>
                      <a:pt x="5525" y="0"/>
                      <a:pt x="0" y="5524"/>
                      <a:pt x="0" y="12382"/>
                    </a:cubicBezTo>
                    <a:cubicBezTo>
                      <a:pt x="0" y="19240"/>
                      <a:pt x="5525" y="24765"/>
                      <a:pt x="12383" y="24765"/>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 name="Google Shape;782;p28">
              <a:extLst>
                <a:ext uri="{FF2B5EF4-FFF2-40B4-BE49-F238E27FC236}">
                  <a16:creationId xmlns:a16="http://schemas.microsoft.com/office/drawing/2014/main" id="{C17A4017-9453-04E8-664F-A35BDE86E123}"/>
                </a:ext>
              </a:extLst>
            </p:cNvPr>
            <p:cNvGrpSpPr/>
            <p:nvPr/>
          </p:nvGrpSpPr>
          <p:grpSpPr>
            <a:xfrm>
              <a:off x="8163164" y="4027994"/>
              <a:ext cx="202142" cy="355685"/>
              <a:chOff x="7613332" y="5933598"/>
              <a:chExt cx="183832" cy="323468"/>
            </a:xfrm>
          </p:grpSpPr>
          <p:sp>
            <p:nvSpPr>
              <p:cNvPr id="1048" name="Google Shape;783;p28">
                <a:extLst>
                  <a:ext uri="{FF2B5EF4-FFF2-40B4-BE49-F238E27FC236}">
                    <a16:creationId xmlns:a16="http://schemas.microsoft.com/office/drawing/2014/main" id="{D7E314A3-55CA-2618-CEF8-45DEF1C0E999}"/>
                  </a:ext>
                </a:extLst>
              </p:cNvPr>
              <p:cNvSpPr/>
              <p:nvPr/>
            </p:nvSpPr>
            <p:spPr>
              <a:xfrm>
                <a:off x="7613332" y="5933598"/>
                <a:ext cx="183832" cy="323468"/>
              </a:xfrm>
              <a:custGeom>
                <a:avLst/>
                <a:gdLst/>
                <a:ahLst/>
                <a:cxnLst/>
                <a:rect l="l" t="t" r="r" b="b"/>
                <a:pathLst>
                  <a:path w="183832" h="323468" extrusionOk="0">
                    <a:moveTo>
                      <a:pt x="91916" y="323469"/>
                    </a:moveTo>
                    <a:lnTo>
                      <a:pt x="91916" y="323469"/>
                    </a:lnTo>
                    <a:cubicBezTo>
                      <a:pt x="41339" y="323469"/>
                      <a:pt x="0" y="282130"/>
                      <a:pt x="0" y="231553"/>
                    </a:cubicBezTo>
                    <a:lnTo>
                      <a:pt x="0" y="91916"/>
                    </a:lnTo>
                    <a:cubicBezTo>
                      <a:pt x="0" y="41338"/>
                      <a:pt x="41339" y="0"/>
                      <a:pt x="91916" y="0"/>
                    </a:cubicBezTo>
                    <a:lnTo>
                      <a:pt x="91916" y="0"/>
                    </a:lnTo>
                    <a:cubicBezTo>
                      <a:pt x="142494" y="0"/>
                      <a:pt x="183832" y="41338"/>
                      <a:pt x="183832" y="91916"/>
                    </a:cubicBezTo>
                    <a:lnTo>
                      <a:pt x="183832" y="231553"/>
                    </a:lnTo>
                    <a:cubicBezTo>
                      <a:pt x="183832" y="282130"/>
                      <a:pt x="142494" y="323469"/>
                      <a:pt x="91916" y="323469"/>
                    </a:cubicBezTo>
                    <a:close/>
                  </a:path>
                </a:pathLst>
              </a:custGeom>
              <a:solidFill>
                <a:schemeClr val="accent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9" name="Google Shape;784;p28">
                <a:extLst>
                  <a:ext uri="{FF2B5EF4-FFF2-40B4-BE49-F238E27FC236}">
                    <a16:creationId xmlns:a16="http://schemas.microsoft.com/office/drawing/2014/main" id="{C17BEA1B-E902-D632-2E8C-7282D66FC6A6}"/>
                  </a:ext>
                </a:extLst>
              </p:cNvPr>
              <p:cNvSpPr/>
              <p:nvPr/>
            </p:nvSpPr>
            <p:spPr>
              <a:xfrm>
                <a:off x="7699533" y="5961602"/>
                <a:ext cx="11430" cy="54101"/>
              </a:xfrm>
              <a:custGeom>
                <a:avLst/>
                <a:gdLst/>
                <a:ahLst/>
                <a:cxnLst/>
                <a:rect l="l" t="t" r="r" b="b"/>
                <a:pathLst>
                  <a:path w="11430" h="54101" extrusionOk="0">
                    <a:moveTo>
                      <a:pt x="5715" y="54102"/>
                    </a:moveTo>
                    <a:lnTo>
                      <a:pt x="5715" y="54102"/>
                    </a:lnTo>
                    <a:cubicBezTo>
                      <a:pt x="2572" y="54102"/>
                      <a:pt x="0" y="51530"/>
                      <a:pt x="0" y="48387"/>
                    </a:cubicBezTo>
                    <a:lnTo>
                      <a:pt x="0" y="5715"/>
                    </a:lnTo>
                    <a:cubicBezTo>
                      <a:pt x="0" y="2571"/>
                      <a:pt x="2572" y="0"/>
                      <a:pt x="5715" y="0"/>
                    </a:cubicBezTo>
                    <a:lnTo>
                      <a:pt x="5715" y="0"/>
                    </a:lnTo>
                    <a:cubicBezTo>
                      <a:pt x="8859" y="0"/>
                      <a:pt x="11430" y="2571"/>
                      <a:pt x="11430" y="5715"/>
                    </a:cubicBezTo>
                    <a:lnTo>
                      <a:pt x="11430" y="48387"/>
                    </a:lnTo>
                    <a:cubicBezTo>
                      <a:pt x="11430" y="51530"/>
                      <a:pt x="8859" y="54102"/>
                      <a:pt x="5715" y="54102"/>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 name="Google Shape;785;p28">
              <a:extLst>
                <a:ext uri="{FF2B5EF4-FFF2-40B4-BE49-F238E27FC236}">
                  <a16:creationId xmlns:a16="http://schemas.microsoft.com/office/drawing/2014/main" id="{32BB7010-36EF-B886-A1AA-DE45BA8DE798}"/>
                </a:ext>
              </a:extLst>
            </p:cNvPr>
            <p:cNvGrpSpPr/>
            <p:nvPr/>
          </p:nvGrpSpPr>
          <p:grpSpPr>
            <a:xfrm>
              <a:off x="6427831" y="3923439"/>
              <a:ext cx="1533857" cy="564092"/>
              <a:chOff x="6546554" y="3679108"/>
              <a:chExt cx="1256642" cy="462143"/>
            </a:xfrm>
          </p:grpSpPr>
          <p:sp>
            <p:nvSpPr>
              <p:cNvPr id="996" name="Google Shape;786;p28">
                <a:extLst>
                  <a:ext uri="{FF2B5EF4-FFF2-40B4-BE49-F238E27FC236}">
                    <a16:creationId xmlns:a16="http://schemas.microsoft.com/office/drawing/2014/main" id="{52D2AF08-F4D2-0312-B7A2-DC8703E16B2E}"/>
                  </a:ext>
                </a:extLst>
              </p:cNvPr>
              <p:cNvSpPr/>
              <p:nvPr/>
            </p:nvSpPr>
            <p:spPr>
              <a:xfrm>
                <a:off x="6546554" y="3679108"/>
                <a:ext cx="1256642" cy="462143"/>
              </a:xfrm>
              <a:custGeom>
                <a:avLst/>
                <a:gdLst/>
                <a:ahLst/>
                <a:cxnLst/>
                <a:rect l="l" t="t" r="r" b="b"/>
                <a:pathLst>
                  <a:path w="1396269" h="513492" extrusionOk="0">
                    <a:moveTo>
                      <a:pt x="1334738" y="0"/>
                    </a:moveTo>
                    <a:cubicBezTo>
                      <a:pt x="1368721" y="0"/>
                      <a:pt x="1396270" y="27548"/>
                      <a:pt x="1396270" y="61531"/>
                    </a:cubicBezTo>
                    <a:lnTo>
                      <a:pt x="1396270" y="451961"/>
                    </a:lnTo>
                    <a:cubicBezTo>
                      <a:pt x="1396270" y="485944"/>
                      <a:pt x="1368722" y="513493"/>
                      <a:pt x="1334738" y="513493"/>
                    </a:cubicBezTo>
                    <a:lnTo>
                      <a:pt x="61532" y="513493"/>
                    </a:lnTo>
                    <a:cubicBezTo>
                      <a:pt x="27549" y="513493"/>
                      <a:pt x="0" y="485944"/>
                      <a:pt x="0" y="451961"/>
                    </a:cubicBezTo>
                    <a:lnTo>
                      <a:pt x="0" y="61531"/>
                    </a:lnTo>
                    <a:cubicBezTo>
                      <a:pt x="0" y="27549"/>
                      <a:pt x="27548" y="0"/>
                      <a:pt x="61532" y="0"/>
                    </a:cubicBezTo>
                    <a:close/>
                  </a:path>
                </a:pathLst>
              </a:custGeom>
              <a:solidFill>
                <a:schemeClr val="accent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7" name="Google Shape;787;p28">
                <a:extLst>
                  <a:ext uri="{FF2B5EF4-FFF2-40B4-BE49-F238E27FC236}">
                    <a16:creationId xmlns:a16="http://schemas.microsoft.com/office/drawing/2014/main" id="{04BC2EF7-DD1B-2C04-A260-389F65898D72}"/>
                  </a:ext>
                </a:extLst>
              </p:cNvPr>
              <p:cNvSpPr/>
              <p:nvPr/>
            </p:nvSpPr>
            <p:spPr>
              <a:xfrm>
                <a:off x="6661108" y="3712144"/>
                <a:ext cx="69522" cy="69522"/>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98" name="Google Shape;788;p28">
                <a:extLst>
                  <a:ext uri="{FF2B5EF4-FFF2-40B4-BE49-F238E27FC236}">
                    <a16:creationId xmlns:a16="http://schemas.microsoft.com/office/drawing/2014/main" id="{8AF03FF8-BC72-62EB-0DF2-26E8A3E4C83C}"/>
                  </a:ext>
                </a:extLst>
              </p:cNvPr>
              <p:cNvGrpSpPr/>
              <p:nvPr/>
            </p:nvGrpSpPr>
            <p:grpSpPr>
              <a:xfrm>
                <a:off x="6805988" y="3712311"/>
                <a:ext cx="391813" cy="69592"/>
                <a:chOff x="6322885" y="5875210"/>
                <a:chExt cx="434911" cy="77247"/>
              </a:xfrm>
            </p:grpSpPr>
            <p:sp>
              <p:nvSpPr>
                <p:cNvPr id="1043" name="Google Shape;789;p28">
                  <a:extLst>
                    <a:ext uri="{FF2B5EF4-FFF2-40B4-BE49-F238E27FC236}">
                      <a16:creationId xmlns:a16="http://schemas.microsoft.com/office/drawing/2014/main" id="{4F86C352-7A60-743B-7FCE-53D62D6BB136}"/>
                    </a:ext>
                  </a:extLst>
                </p:cNvPr>
                <p:cNvSpPr/>
                <p:nvPr/>
              </p:nvSpPr>
              <p:spPr>
                <a:xfrm>
                  <a:off x="6322885"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4" name="Google Shape;790;p28">
                  <a:extLst>
                    <a:ext uri="{FF2B5EF4-FFF2-40B4-BE49-F238E27FC236}">
                      <a16:creationId xmlns:a16="http://schemas.microsoft.com/office/drawing/2014/main" id="{06B68022-17FC-FEB3-B39B-1D44C0057F9D}"/>
                    </a:ext>
                  </a:extLst>
                </p:cNvPr>
                <p:cNvSpPr/>
                <p:nvPr/>
              </p:nvSpPr>
              <p:spPr>
                <a:xfrm>
                  <a:off x="6412325"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5" name="Google Shape;791;p28">
                  <a:extLst>
                    <a:ext uri="{FF2B5EF4-FFF2-40B4-BE49-F238E27FC236}">
                      <a16:creationId xmlns:a16="http://schemas.microsoft.com/office/drawing/2014/main" id="{F51340F6-60F9-421D-A3C3-28DEA999368F}"/>
                    </a:ext>
                  </a:extLst>
                </p:cNvPr>
                <p:cNvSpPr/>
                <p:nvPr/>
              </p:nvSpPr>
              <p:spPr>
                <a:xfrm>
                  <a:off x="6501765"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6" name="Google Shape;792;p28">
                  <a:extLst>
                    <a:ext uri="{FF2B5EF4-FFF2-40B4-BE49-F238E27FC236}">
                      <a16:creationId xmlns:a16="http://schemas.microsoft.com/office/drawing/2014/main" id="{66A1FB2F-C0E0-2984-EAD4-B9ECD9091718}"/>
                    </a:ext>
                  </a:extLst>
                </p:cNvPr>
                <p:cNvSpPr/>
                <p:nvPr/>
              </p:nvSpPr>
              <p:spPr>
                <a:xfrm>
                  <a:off x="6591109"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7" name="Google Shape;793;p28">
                  <a:extLst>
                    <a:ext uri="{FF2B5EF4-FFF2-40B4-BE49-F238E27FC236}">
                      <a16:creationId xmlns:a16="http://schemas.microsoft.com/office/drawing/2014/main" id="{F344AB4F-002C-4593-8BD2-408286AD9B3E}"/>
                    </a:ext>
                  </a:extLst>
                </p:cNvPr>
                <p:cNvSpPr/>
                <p:nvPr/>
              </p:nvSpPr>
              <p:spPr>
                <a:xfrm>
                  <a:off x="6680549"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99" name="Google Shape;794;p28">
                <a:extLst>
                  <a:ext uri="{FF2B5EF4-FFF2-40B4-BE49-F238E27FC236}">
                    <a16:creationId xmlns:a16="http://schemas.microsoft.com/office/drawing/2014/main" id="{D1EDA352-63A7-26F5-0487-CD954E51327C}"/>
                  </a:ext>
                </a:extLst>
              </p:cNvPr>
              <p:cNvGrpSpPr/>
              <p:nvPr/>
            </p:nvGrpSpPr>
            <p:grpSpPr>
              <a:xfrm>
                <a:off x="7285672" y="3712311"/>
                <a:ext cx="391899" cy="69592"/>
                <a:chOff x="6855333" y="5875210"/>
                <a:chExt cx="435006" cy="77247"/>
              </a:xfrm>
            </p:grpSpPr>
            <p:sp>
              <p:nvSpPr>
                <p:cNvPr id="1038" name="Google Shape;795;p28">
                  <a:extLst>
                    <a:ext uri="{FF2B5EF4-FFF2-40B4-BE49-F238E27FC236}">
                      <a16:creationId xmlns:a16="http://schemas.microsoft.com/office/drawing/2014/main" id="{22288C57-4CF6-9720-E319-1A0F6E8C7195}"/>
                    </a:ext>
                  </a:extLst>
                </p:cNvPr>
                <p:cNvSpPr/>
                <p:nvPr/>
              </p:nvSpPr>
              <p:spPr>
                <a:xfrm>
                  <a:off x="6855333"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9" name="Google Shape;796;p28">
                  <a:extLst>
                    <a:ext uri="{FF2B5EF4-FFF2-40B4-BE49-F238E27FC236}">
                      <a16:creationId xmlns:a16="http://schemas.microsoft.com/office/drawing/2014/main" id="{B2598B82-82C1-3CCA-58F8-BEC9BAA3CDAC}"/>
                    </a:ext>
                  </a:extLst>
                </p:cNvPr>
                <p:cNvSpPr/>
                <p:nvPr/>
              </p:nvSpPr>
              <p:spPr>
                <a:xfrm>
                  <a:off x="6944772"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0" name="Google Shape;797;p28">
                  <a:extLst>
                    <a:ext uri="{FF2B5EF4-FFF2-40B4-BE49-F238E27FC236}">
                      <a16:creationId xmlns:a16="http://schemas.microsoft.com/office/drawing/2014/main" id="{330B9CBB-588D-D6A2-4C8F-9FF9E71A4733}"/>
                    </a:ext>
                  </a:extLst>
                </p:cNvPr>
                <p:cNvSpPr/>
                <p:nvPr/>
              </p:nvSpPr>
              <p:spPr>
                <a:xfrm>
                  <a:off x="703421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1" name="Google Shape;798;p28">
                  <a:extLst>
                    <a:ext uri="{FF2B5EF4-FFF2-40B4-BE49-F238E27FC236}">
                      <a16:creationId xmlns:a16="http://schemas.microsoft.com/office/drawing/2014/main" id="{30800B5E-D9F9-FB5B-B081-0285F9AEA6C5}"/>
                    </a:ext>
                  </a:extLst>
                </p:cNvPr>
                <p:cNvSpPr/>
                <p:nvPr/>
              </p:nvSpPr>
              <p:spPr>
                <a:xfrm>
                  <a:off x="712365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2" name="Google Shape;799;p28">
                  <a:extLst>
                    <a:ext uri="{FF2B5EF4-FFF2-40B4-BE49-F238E27FC236}">
                      <a16:creationId xmlns:a16="http://schemas.microsoft.com/office/drawing/2014/main" id="{7BA2C869-68DB-B265-3B7F-9250E9E58110}"/>
                    </a:ext>
                  </a:extLst>
                </p:cNvPr>
                <p:cNvSpPr/>
                <p:nvPr/>
              </p:nvSpPr>
              <p:spPr>
                <a:xfrm>
                  <a:off x="721309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00" name="Google Shape;800;p28">
                <a:extLst>
                  <a:ext uri="{FF2B5EF4-FFF2-40B4-BE49-F238E27FC236}">
                    <a16:creationId xmlns:a16="http://schemas.microsoft.com/office/drawing/2014/main" id="{63F227E1-AFB8-6213-CF9D-EBBBA07A989C}"/>
                  </a:ext>
                </a:extLst>
              </p:cNvPr>
              <p:cNvGrpSpPr/>
              <p:nvPr/>
            </p:nvGrpSpPr>
            <p:grpSpPr>
              <a:xfrm>
                <a:off x="6577111" y="3819746"/>
                <a:ext cx="1198692" cy="70794"/>
                <a:chOff x="6068853" y="5994463"/>
                <a:chExt cx="1330547" cy="78581"/>
              </a:xfrm>
            </p:grpSpPr>
            <p:sp>
              <p:nvSpPr>
                <p:cNvPr id="1025" name="Google Shape;801;p28">
                  <a:extLst>
                    <a:ext uri="{FF2B5EF4-FFF2-40B4-BE49-F238E27FC236}">
                      <a16:creationId xmlns:a16="http://schemas.microsoft.com/office/drawing/2014/main" id="{21F1B26A-B948-8B33-07A0-457C782EE1A5}"/>
                    </a:ext>
                  </a:extLst>
                </p:cNvPr>
                <p:cNvSpPr/>
                <p:nvPr/>
              </p:nvSpPr>
              <p:spPr>
                <a:xfrm>
                  <a:off x="6068853"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6" name="Google Shape;802;p28">
                  <a:extLst>
                    <a:ext uri="{FF2B5EF4-FFF2-40B4-BE49-F238E27FC236}">
                      <a16:creationId xmlns:a16="http://schemas.microsoft.com/office/drawing/2014/main" id="{9F49061B-EC67-EC62-8B08-9C80547BC60B}"/>
                    </a:ext>
                  </a:extLst>
                </p:cNvPr>
                <p:cNvSpPr/>
                <p:nvPr/>
              </p:nvSpPr>
              <p:spPr>
                <a:xfrm>
                  <a:off x="6173152"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7" name="Google Shape;803;p28">
                  <a:extLst>
                    <a:ext uri="{FF2B5EF4-FFF2-40B4-BE49-F238E27FC236}">
                      <a16:creationId xmlns:a16="http://schemas.microsoft.com/office/drawing/2014/main" id="{D66D7DF0-3C3F-D5B1-6AA5-500E92284698}"/>
                    </a:ext>
                  </a:extLst>
                </p:cNvPr>
                <p:cNvSpPr/>
                <p:nvPr/>
              </p:nvSpPr>
              <p:spPr>
                <a:xfrm>
                  <a:off x="6277451"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8" name="Google Shape;804;p28">
                  <a:extLst>
                    <a:ext uri="{FF2B5EF4-FFF2-40B4-BE49-F238E27FC236}">
                      <a16:creationId xmlns:a16="http://schemas.microsoft.com/office/drawing/2014/main" id="{7A75AF10-F7A8-DCCE-D1BC-15E24922C03F}"/>
                    </a:ext>
                  </a:extLst>
                </p:cNvPr>
                <p:cNvSpPr/>
                <p:nvPr/>
              </p:nvSpPr>
              <p:spPr>
                <a:xfrm>
                  <a:off x="638184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9" name="Google Shape;805;p28">
                  <a:extLst>
                    <a:ext uri="{FF2B5EF4-FFF2-40B4-BE49-F238E27FC236}">
                      <a16:creationId xmlns:a16="http://schemas.microsoft.com/office/drawing/2014/main" id="{05698CA4-14D3-E54D-2497-688542C59CB0}"/>
                    </a:ext>
                  </a:extLst>
                </p:cNvPr>
                <p:cNvSpPr/>
                <p:nvPr/>
              </p:nvSpPr>
              <p:spPr>
                <a:xfrm>
                  <a:off x="6486144"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0" name="Google Shape;806;p28">
                  <a:extLst>
                    <a:ext uri="{FF2B5EF4-FFF2-40B4-BE49-F238E27FC236}">
                      <a16:creationId xmlns:a16="http://schemas.microsoft.com/office/drawing/2014/main" id="{9B35533E-1278-B0BF-E0E9-5926F5492246}"/>
                    </a:ext>
                  </a:extLst>
                </p:cNvPr>
                <p:cNvSpPr/>
                <p:nvPr/>
              </p:nvSpPr>
              <p:spPr>
                <a:xfrm>
                  <a:off x="6590442"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1" name="Google Shape;807;p28">
                  <a:extLst>
                    <a:ext uri="{FF2B5EF4-FFF2-40B4-BE49-F238E27FC236}">
                      <a16:creationId xmlns:a16="http://schemas.microsoft.com/office/drawing/2014/main" id="{C48B4882-D5B6-D815-E8BA-B2DBF336DCFA}"/>
                    </a:ext>
                  </a:extLst>
                </p:cNvPr>
                <p:cNvSpPr/>
                <p:nvPr/>
              </p:nvSpPr>
              <p:spPr>
                <a:xfrm>
                  <a:off x="6694836"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2" name="Google Shape;808;p28">
                  <a:extLst>
                    <a:ext uri="{FF2B5EF4-FFF2-40B4-BE49-F238E27FC236}">
                      <a16:creationId xmlns:a16="http://schemas.microsoft.com/office/drawing/2014/main" id="{45DE65F4-661A-B241-7BE4-64B9045F4E8D}"/>
                    </a:ext>
                  </a:extLst>
                </p:cNvPr>
                <p:cNvSpPr/>
                <p:nvPr/>
              </p:nvSpPr>
              <p:spPr>
                <a:xfrm>
                  <a:off x="679913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3" name="Google Shape;809;p28">
                  <a:extLst>
                    <a:ext uri="{FF2B5EF4-FFF2-40B4-BE49-F238E27FC236}">
                      <a16:creationId xmlns:a16="http://schemas.microsoft.com/office/drawing/2014/main" id="{3F6E299B-BC20-A2A2-4382-D796B055B29B}"/>
                    </a:ext>
                  </a:extLst>
                </p:cNvPr>
                <p:cNvSpPr/>
                <p:nvPr/>
              </p:nvSpPr>
              <p:spPr>
                <a:xfrm>
                  <a:off x="6903434"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4" name="Google Shape;810;p28">
                  <a:extLst>
                    <a:ext uri="{FF2B5EF4-FFF2-40B4-BE49-F238E27FC236}">
                      <a16:creationId xmlns:a16="http://schemas.microsoft.com/office/drawing/2014/main" id="{2D7207FD-3F2A-A87C-6444-60FFBC82C95E}"/>
                    </a:ext>
                  </a:extLst>
                </p:cNvPr>
                <p:cNvSpPr/>
                <p:nvPr/>
              </p:nvSpPr>
              <p:spPr>
                <a:xfrm>
                  <a:off x="7007828"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5" name="Google Shape;811;p28">
                  <a:extLst>
                    <a:ext uri="{FF2B5EF4-FFF2-40B4-BE49-F238E27FC236}">
                      <a16:creationId xmlns:a16="http://schemas.microsoft.com/office/drawing/2014/main" id="{C57471C0-4DC9-32A4-F754-4CFCCB8F6CF6}"/>
                    </a:ext>
                  </a:extLst>
                </p:cNvPr>
                <p:cNvSpPr/>
                <p:nvPr/>
              </p:nvSpPr>
              <p:spPr>
                <a:xfrm>
                  <a:off x="7112126"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6" name="Google Shape;812;p28">
                  <a:extLst>
                    <a:ext uri="{FF2B5EF4-FFF2-40B4-BE49-F238E27FC236}">
                      <a16:creationId xmlns:a16="http://schemas.microsoft.com/office/drawing/2014/main" id="{B6C8D1F4-9212-DB84-9341-02AB1A55C38F}"/>
                    </a:ext>
                  </a:extLst>
                </p:cNvPr>
                <p:cNvSpPr/>
                <p:nvPr/>
              </p:nvSpPr>
              <p:spPr>
                <a:xfrm>
                  <a:off x="721642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7" name="Google Shape;813;p28">
                  <a:extLst>
                    <a:ext uri="{FF2B5EF4-FFF2-40B4-BE49-F238E27FC236}">
                      <a16:creationId xmlns:a16="http://schemas.microsoft.com/office/drawing/2014/main" id="{5FA5ACB4-DB29-083D-21E0-78F4C9F249E8}"/>
                    </a:ext>
                  </a:extLst>
                </p:cNvPr>
                <p:cNvSpPr/>
                <p:nvPr/>
              </p:nvSpPr>
              <p:spPr>
                <a:xfrm>
                  <a:off x="7320819" y="5994463"/>
                  <a:ext cx="78581" cy="78581"/>
                </a:xfrm>
                <a:custGeom>
                  <a:avLst/>
                  <a:gdLst/>
                  <a:ahLst/>
                  <a:cxnLst/>
                  <a:rect l="l" t="t" r="r" b="b"/>
                  <a:pathLst>
                    <a:path w="78581" h="78581" extrusionOk="0">
                      <a:moveTo>
                        <a:pt x="0" y="0"/>
                      </a:moveTo>
                      <a:lnTo>
                        <a:pt x="78582" y="0"/>
                      </a:lnTo>
                      <a:lnTo>
                        <a:pt x="78582" y="78582"/>
                      </a:lnTo>
                      <a:lnTo>
                        <a:pt x="0" y="78582"/>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01" name="Google Shape;814;p28">
                <a:extLst>
                  <a:ext uri="{FF2B5EF4-FFF2-40B4-BE49-F238E27FC236}">
                    <a16:creationId xmlns:a16="http://schemas.microsoft.com/office/drawing/2014/main" id="{5FA6356F-D4F5-3196-079C-711B3D3577D7}"/>
                  </a:ext>
                </a:extLst>
              </p:cNvPr>
              <p:cNvGrpSpPr/>
              <p:nvPr/>
            </p:nvGrpSpPr>
            <p:grpSpPr>
              <a:xfrm>
                <a:off x="6577111" y="3995572"/>
                <a:ext cx="1198692" cy="70794"/>
                <a:chOff x="6068853" y="6189630"/>
                <a:chExt cx="1330547" cy="78581"/>
              </a:xfrm>
            </p:grpSpPr>
            <p:sp>
              <p:nvSpPr>
                <p:cNvPr id="1016" name="Google Shape;815;p28">
                  <a:extLst>
                    <a:ext uri="{FF2B5EF4-FFF2-40B4-BE49-F238E27FC236}">
                      <a16:creationId xmlns:a16="http://schemas.microsoft.com/office/drawing/2014/main" id="{5E6BBC3E-3BDF-362B-ABB1-99ED43FD33C0}"/>
                    </a:ext>
                  </a:extLst>
                </p:cNvPr>
                <p:cNvSpPr/>
                <p:nvPr/>
              </p:nvSpPr>
              <p:spPr>
                <a:xfrm>
                  <a:off x="6068853"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7" name="Google Shape;816;p28">
                  <a:extLst>
                    <a:ext uri="{FF2B5EF4-FFF2-40B4-BE49-F238E27FC236}">
                      <a16:creationId xmlns:a16="http://schemas.microsoft.com/office/drawing/2014/main" id="{0F52F258-FCF1-6D44-634E-E706B52508A0}"/>
                    </a:ext>
                  </a:extLst>
                </p:cNvPr>
                <p:cNvSpPr/>
                <p:nvPr/>
              </p:nvSpPr>
              <p:spPr>
                <a:xfrm>
                  <a:off x="6173152"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8" name="Google Shape;817;p28">
                  <a:extLst>
                    <a:ext uri="{FF2B5EF4-FFF2-40B4-BE49-F238E27FC236}">
                      <a16:creationId xmlns:a16="http://schemas.microsoft.com/office/drawing/2014/main" id="{1B9FB944-4221-DD53-7FBE-984BE0B5A950}"/>
                    </a:ext>
                  </a:extLst>
                </p:cNvPr>
                <p:cNvSpPr/>
                <p:nvPr/>
              </p:nvSpPr>
              <p:spPr>
                <a:xfrm>
                  <a:off x="6277451" y="6189630"/>
                  <a:ext cx="497300" cy="78581"/>
                </a:xfrm>
                <a:custGeom>
                  <a:avLst/>
                  <a:gdLst/>
                  <a:ahLst/>
                  <a:cxnLst/>
                  <a:rect l="l" t="t" r="r" b="b"/>
                  <a:pathLst>
                    <a:path w="497300" h="78581" extrusionOk="0">
                      <a:moveTo>
                        <a:pt x="0" y="0"/>
                      </a:moveTo>
                      <a:lnTo>
                        <a:pt x="497300" y="0"/>
                      </a:lnTo>
                      <a:lnTo>
                        <a:pt x="497300"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9" name="Google Shape;818;p28">
                  <a:extLst>
                    <a:ext uri="{FF2B5EF4-FFF2-40B4-BE49-F238E27FC236}">
                      <a16:creationId xmlns:a16="http://schemas.microsoft.com/office/drawing/2014/main" id="{7DCC3241-85A6-7816-EDA7-B133BD7D238E}"/>
                    </a:ext>
                  </a:extLst>
                </p:cNvPr>
                <p:cNvSpPr/>
                <p:nvPr/>
              </p:nvSpPr>
              <p:spPr>
                <a:xfrm>
                  <a:off x="6799135"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0" name="Google Shape;819;p28">
                  <a:extLst>
                    <a:ext uri="{FF2B5EF4-FFF2-40B4-BE49-F238E27FC236}">
                      <a16:creationId xmlns:a16="http://schemas.microsoft.com/office/drawing/2014/main" id="{7813FF49-640D-295B-C82E-BDE3D9C4F58E}"/>
                    </a:ext>
                  </a:extLst>
                </p:cNvPr>
                <p:cNvSpPr/>
                <p:nvPr/>
              </p:nvSpPr>
              <p:spPr>
                <a:xfrm>
                  <a:off x="6903434"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1" name="Google Shape;820;p28">
                  <a:extLst>
                    <a:ext uri="{FF2B5EF4-FFF2-40B4-BE49-F238E27FC236}">
                      <a16:creationId xmlns:a16="http://schemas.microsoft.com/office/drawing/2014/main" id="{83E5E2D3-71D0-2071-3736-BDBB4A50C08A}"/>
                    </a:ext>
                  </a:extLst>
                </p:cNvPr>
                <p:cNvSpPr/>
                <p:nvPr/>
              </p:nvSpPr>
              <p:spPr>
                <a:xfrm>
                  <a:off x="7007828"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2" name="Google Shape;821;p28">
                  <a:extLst>
                    <a:ext uri="{FF2B5EF4-FFF2-40B4-BE49-F238E27FC236}">
                      <a16:creationId xmlns:a16="http://schemas.microsoft.com/office/drawing/2014/main" id="{52F90E82-FE72-A835-6961-E2AC0EEB336A}"/>
                    </a:ext>
                  </a:extLst>
                </p:cNvPr>
                <p:cNvSpPr/>
                <p:nvPr/>
              </p:nvSpPr>
              <p:spPr>
                <a:xfrm>
                  <a:off x="7112126"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3" name="Google Shape;822;p28">
                  <a:extLst>
                    <a:ext uri="{FF2B5EF4-FFF2-40B4-BE49-F238E27FC236}">
                      <a16:creationId xmlns:a16="http://schemas.microsoft.com/office/drawing/2014/main" id="{917F766A-7F39-EC18-B7E0-3736CD28F6AB}"/>
                    </a:ext>
                  </a:extLst>
                </p:cNvPr>
                <p:cNvSpPr/>
                <p:nvPr/>
              </p:nvSpPr>
              <p:spPr>
                <a:xfrm>
                  <a:off x="7216425"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4" name="Google Shape;823;p28">
                  <a:extLst>
                    <a:ext uri="{FF2B5EF4-FFF2-40B4-BE49-F238E27FC236}">
                      <a16:creationId xmlns:a16="http://schemas.microsoft.com/office/drawing/2014/main" id="{FA3046AE-E92C-4B6F-B0AF-BA891EA9305F}"/>
                    </a:ext>
                  </a:extLst>
                </p:cNvPr>
                <p:cNvSpPr/>
                <p:nvPr/>
              </p:nvSpPr>
              <p:spPr>
                <a:xfrm>
                  <a:off x="7320819" y="6189630"/>
                  <a:ext cx="78581" cy="78581"/>
                </a:xfrm>
                <a:custGeom>
                  <a:avLst/>
                  <a:gdLst/>
                  <a:ahLst/>
                  <a:cxnLst/>
                  <a:rect l="l" t="t" r="r" b="b"/>
                  <a:pathLst>
                    <a:path w="78581" h="78581" extrusionOk="0">
                      <a:moveTo>
                        <a:pt x="0" y="0"/>
                      </a:moveTo>
                      <a:lnTo>
                        <a:pt x="78582" y="0"/>
                      </a:lnTo>
                      <a:lnTo>
                        <a:pt x="78582"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02" name="Google Shape;824;p28">
                <a:extLst>
                  <a:ext uri="{FF2B5EF4-FFF2-40B4-BE49-F238E27FC236}">
                    <a16:creationId xmlns:a16="http://schemas.microsoft.com/office/drawing/2014/main" id="{F634C336-FF9D-5A65-6E89-72EFB6B79A7D}"/>
                  </a:ext>
                </a:extLst>
              </p:cNvPr>
              <p:cNvGrpSpPr/>
              <p:nvPr/>
            </p:nvGrpSpPr>
            <p:grpSpPr>
              <a:xfrm>
                <a:off x="6622248" y="3908904"/>
                <a:ext cx="1104729" cy="70794"/>
                <a:chOff x="6118955" y="6093428"/>
                <a:chExt cx="1226248" cy="78581"/>
              </a:xfrm>
            </p:grpSpPr>
            <p:sp>
              <p:nvSpPr>
                <p:cNvPr id="1004" name="Google Shape;825;p28">
                  <a:extLst>
                    <a:ext uri="{FF2B5EF4-FFF2-40B4-BE49-F238E27FC236}">
                      <a16:creationId xmlns:a16="http://schemas.microsoft.com/office/drawing/2014/main" id="{B40CC1F7-433A-D0CC-5E05-1E081AE35326}"/>
                    </a:ext>
                  </a:extLst>
                </p:cNvPr>
                <p:cNvSpPr/>
                <p:nvPr/>
              </p:nvSpPr>
              <p:spPr>
                <a:xfrm>
                  <a:off x="6118955"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5" name="Google Shape;826;p28">
                  <a:extLst>
                    <a:ext uri="{FF2B5EF4-FFF2-40B4-BE49-F238E27FC236}">
                      <a16:creationId xmlns:a16="http://schemas.microsoft.com/office/drawing/2014/main" id="{FB87EA49-B910-865A-F00F-950F16DD4419}"/>
                    </a:ext>
                  </a:extLst>
                </p:cNvPr>
                <p:cNvSpPr/>
                <p:nvPr/>
              </p:nvSpPr>
              <p:spPr>
                <a:xfrm>
                  <a:off x="6223254"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6" name="Google Shape;827;p28">
                  <a:extLst>
                    <a:ext uri="{FF2B5EF4-FFF2-40B4-BE49-F238E27FC236}">
                      <a16:creationId xmlns:a16="http://schemas.microsoft.com/office/drawing/2014/main" id="{1ABF2571-650D-2031-6532-D25F79A21D03}"/>
                    </a:ext>
                  </a:extLst>
                </p:cNvPr>
                <p:cNvSpPr/>
                <p:nvPr/>
              </p:nvSpPr>
              <p:spPr>
                <a:xfrm>
                  <a:off x="632764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7" name="Google Shape;828;p28">
                  <a:extLst>
                    <a:ext uri="{FF2B5EF4-FFF2-40B4-BE49-F238E27FC236}">
                      <a16:creationId xmlns:a16="http://schemas.microsoft.com/office/drawing/2014/main" id="{19F9213B-07A5-5639-F1C8-1381ACF40198}"/>
                    </a:ext>
                  </a:extLst>
                </p:cNvPr>
                <p:cNvSpPr/>
                <p:nvPr/>
              </p:nvSpPr>
              <p:spPr>
                <a:xfrm>
                  <a:off x="6431946"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8" name="Google Shape;829;p28">
                  <a:extLst>
                    <a:ext uri="{FF2B5EF4-FFF2-40B4-BE49-F238E27FC236}">
                      <a16:creationId xmlns:a16="http://schemas.microsoft.com/office/drawing/2014/main" id="{C5566928-43CC-D22B-A3B7-BC01003AB813}"/>
                    </a:ext>
                  </a:extLst>
                </p:cNvPr>
                <p:cNvSpPr/>
                <p:nvPr/>
              </p:nvSpPr>
              <p:spPr>
                <a:xfrm>
                  <a:off x="6536245"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9" name="Google Shape;830;p28">
                  <a:extLst>
                    <a:ext uri="{FF2B5EF4-FFF2-40B4-BE49-F238E27FC236}">
                      <a16:creationId xmlns:a16="http://schemas.microsoft.com/office/drawing/2014/main" id="{C0005119-0D52-3AA9-F20E-FB9DBEC80D09}"/>
                    </a:ext>
                  </a:extLst>
                </p:cNvPr>
                <p:cNvSpPr/>
                <p:nvPr/>
              </p:nvSpPr>
              <p:spPr>
                <a:xfrm>
                  <a:off x="6640639"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0" name="Google Shape;831;p28">
                  <a:extLst>
                    <a:ext uri="{FF2B5EF4-FFF2-40B4-BE49-F238E27FC236}">
                      <a16:creationId xmlns:a16="http://schemas.microsoft.com/office/drawing/2014/main" id="{189E03BC-B6F4-D486-A20C-82E7EACD4859}"/>
                    </a:ext>
                  </a:extLst>
                </p:cNvPr>
                <p:cNvSpPr/>
                <p:nvPr/>
              </p:nvSpPr>
              <p:spPr>
                <a:xfrm>
                  <a:off x="674493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1" name="Google Shape;832;p28">
                  <a:extLst>
                    <a:ext uri="{FF2B5EF4-FFF2-40B4-BE49-F238E27FC236}">
                      <a16:creationId xmlns:a16="http://schemas.microsoft.com/office/drawing/2014/main" id="{73D3DE0D-C6DD-9932-8E60-216E047DC858}"/>
                    </a:ext>
                  </a:extLst>
                </p:cNvPr>
                <p:cNvSpPr/>
                <p:nvPr/>
              </p:nvSpPr>
              <p:spPr>
                <a:xfrm>
                  <a:off x="6849237"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2" name="Google Shape;833;p28">
                  <a:extLst>
                    <a:ext uri="{FF2B5EF4-FFF2-40B4-BE49-F238E27FC236}">
                      <a16:creationId xmlns:a16="http://schemas.microsoft.com/office/drawing/2014/main" id="{0254DB7A-3B4A-B7E4-B5C1-67921BB45E9A}"/>
                    </a:ext>
                  </a:extLst>
                </p:cNvPr>
                <p:cNvSpPr/>
                <p:nvPr/>
              </p:nvSpPr>
              <p:spPr>
                <a:xfrm>
                  <a:off x="6953631"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3" name="Google Shape;834;p28">
                  <a:extLst>
                    <a:ext uri="{FF2B5EF4-FFF2-40B4-BE49-F238E27FC236}">
                      <a16:creationId xmlns:a16="http://schemas.microsoft.com/office/drawing/2014/main" id="{704DEACD-DB56-71DF-13FC-6F62DAA423C8}"/>
                    </a:ext>
                  </a:extLst>
                </p:cNvPr>
                <p:cNvSpPr/>
                <p:nvPr/>
              </p:nvSpPr>
              <p:spPr>
                <a:xfrm>
                  <a:off x="7057929"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4" name="Google Shape;835;p28">
                  <a:extLst>
                    <a:ext uri="{FF2B5EF4-FFF2-40B4-BE49-F238E27FC236}">
                      <a16:creationId xmlns:a16="http://schemas.microsoft.com/office/drawing/2014/main" id="{8E1575DA-650C-1120-CEE1-B26C3AD38CC9}"/>
                    </a:ext>
                  </a:extLst>
                </p:cNvPr>
                <p:cNvSpPr/>
                <p:nvPr/>
              </p:nvSpPr>
              <p:spPr>
                <a:xfrm>
                  <a:off x="716222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5" name="Google Shape;836;p28">
                  <a:extLst>
                    <a:ext uri="{FF2B5EF4-FFF2-40B4-BE49-F238E27FC236}">
                      <a16:creationId xmlns:a16="http://schemas.microsoft.com/office/drawing/2014/main" id="{DC97D5E1-21E0-EED5-A54F-68CF8974B685}"/>
                    </a:ext>
                  </a:extLst>
                </p:cNvPr>
                <p:cNvSpPr/>
                <p:nvPr/>
              </p:nvSpPr>
              <p:spPr>
                <a:xfrm>
                  <a:off x="7266622"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003" name="Google Shape;837;p28">
                <a:extLst>
                  <a:ext uri="{FF2B5EF4-FFF2-40B4-BE49-F238E27FC236}">
                    <a16:creationId xmlns:a16="http://schemas.microsoft.com/office/drawing/2014/main" id="{41A1BC17-2080-A1B6-35E9-74E919E8B06E}"/>
                  </a:ext>
                </a:extLst>
              </p:cNvPr>
              <p:cNvSpPr/>
              <p:nvPr/>
            </p:nvSpPr>
            <p:spPr>
              <a:xfrm>
                <a:off x="7740658" y="3711543"/>
                <a:ext cx="33604" cy="33604"/>
              </a:xfrm>
              <a:custGeom>
                <a:avLst/>
                <a:gdLst/>
                <a:ahLst/>
                <a:cxnLst/>
                <a:rect l="l" t="t" r="r" b="b"/>
                <a:pathLst>
                  <a:path w="37338" h="37338" extrusionOk="0">
                    <a:moveTo>
                      <a:pt x="37338" y="18669"/>
                    </a:moveTo>
                    <a:cubicBezTo>
                      <a:pt x="37338" y="28980"/>
                      <a:pt x="28980" y="37338"/>
                      <a:pt x="18669" y="37338"/>
                    </a:cubicBezTo>
                    <a:cubicBezTo>
                      <a:pt x="8358" y="37338"/>
                      <a:pt x="0" y="28980"/>
                      <a:pt x="0" y="18669"/>
                    </a:cubicBezTo>
                    <a:cubicBezTo>
                      <a:pt x="0" y="8359"/>
                      <a:pt x="8358" y="0"/>
                      <a:pt x="18669" y="0"/>
                    </a:cubicBezTo>
                    <a:cubicBezTo>
                      <a:pt x="28979" y="0"/>
                      <a:pt x="37338" y="8358"/>
                      <a:pt x="37338" y="18669"/>
                    </a:cubicBezTo>
                    <a:close/>
                  </a:path>
                </a:pathLst>
              </a:cu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 name="Google Shape;838;p28">
              <a:extLst>
                <a:ext uri="{FF2B5EF4-FFF2-40B4-BE49-F238E27FC236}">
                  <a16:creationId xmlns:a16="http://schemas.microsoft.com/office/drawing/2014/main" id="{619D483E-18E8-C258-3710-9F00E8D1DA3E}"/>
                </a:ext>
              </a:extLst>
            </p:cNvPr>
            <p:cNvGrpSpPr/>
            <p:nvPr/>
          </p:nvGrpSpPr>
          <p:grpSpPr>
            <a:xfrm>
              <a:off x="6367914" y="2012818"/>
              <a:ext cx="1448168" cy="1250722"/>
              <a:chOff x="6497466" y="2113795"/>
              <a:chExt cx="1186439" cy="1024678"/>
            </a:xfrm>
          </p:grpSpPr>
          <p:sp>
            <p:nvSpPr>
              <p:cNvPr id="747" name="Google Shape;839;p28">
                <a:extLst>
                  <a:ext uri="{FF2B5EF4-FFF2-40B4-BE49-F238E27FC236}">
                    <a16:creationId xmlns:a16="http://schemas.microsoft.com/office/drawing/2014/main" id="{2E1A8E3F-A392-A55C-4461-A53E16E0ED06}"/>
                  </a:ext>
                </a:extLst>
              </p:cNvPr>
              <p:cNvSpPr/>
              <p:nvPr/>
            </p:nvSpPr>
            <p:spPr>
              <a:xfrm>
                <a:off x="6497466" y="2113795"/>
                <a:ext cx="1186433" cy="1024678"/>
              </a:xfrm>
              <a:custGeom>
                <a:avLst/>
                <a:gdLst/>
                <a:ahLst/>
                <a:cxnLst/>
                <a:rect l="l" t="t" r="r" b="b"/>
                <a:pathLst>
                  <a:path w="1318259" h="1915286" extrusionOk="0">
                    <a:moveTo>
                      <a:pt x="1266444" y="0"/>
                    </a:moveTo>
                    <a:cubicBezTo>
                      <a:pt x="1295061" y="0"/>
                      <a:pt x="1318260" y="23199"/>
                      <a:pt x="1318260" y="51816"/>
                    </a:cubicBezTo>
                    <a:lnTo>
                      <a:pt x="1318260" y="1863471"/>
                    </a:lnTo>
                    <a:cubicBezTo>
                      <a:pt x="1318260" y="1892089"/>
                      <a:pt x="1295061" y="1915287"/>
                      <a:pt x="1266444" y="1915287"/>
                    </a:cubicBezTo>
                    <a:lnTo>
                      <a:pt x="51816" y="1915287"/>
                    </a:lnTo>
                    <a:cubicBezTo>
                      <a:pt x="23198" y="1915287"/>
                      <a:pt x="0" y="1892089"/>
                      <a:pt x="0" y="1863471"/>
                    </a:cubicBezTo>
                    <a:lnTo>
                      <a:pt x="0" y="51816"/>
                    </a:lnTo>
                    <a:cubicBezTo>
                      <a:pt x="0" y="23199"/>
                      <a:pt x="23198" y="0"/>
                      <a:pt x="51816" y="0"/>
                    </a:cubicBezTo>
                    <a:close/>
                  </a:path>
                </a:pathLst>
              </a:custGeom>
              <a:solidFill>
                <a:schemeClr val="dk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8" name="Google Shape;840;p28">
                <a:extLst>
                  <a:ext uri="{FF2B5EF4-FFF2-40B4-BE49-F238E27FC236}">
                    <a16:creationId xmlns:a16="http://schemas.microsoft.com/office/drawing/2014/main" id="{69559517-F42F-8310-7EE2-FBE8513C6241}"/>
                  </a:ext>
                </a:extLst>
              </p:cNvPr>
              <p:cNvSpPr/>
              <p:nvPr/>
            </p:nvSpPr>
            <p:spPr>
              <a:xfrm>
                <a:off x="6497472" y="2113798"/>
                <a:ext cx="1186433" cy="84696"/>
              </a:xfrm>
              <a:custGeom>
                <a:avLst/>
                <a:gdLst/>
                <a:ahLst/>
                <a:cxnLst/>
                <a:rect l="l" t="t" r="r" b="b"/>
                <a:pathLst>
                  <a:path w="1318259" h="94107" extrusionOk="0">
                    <a:moveTo>
                      <a:pt x="1318260" y="51816"/>
                    </a:moveTo>
                    <a:lnTo>
                      <a:pt x="1318260" y="94107"/>
                    </a:lnTo>
                    <a:lnTo>
                      <a:pt x="0" y="94107"/>
                    </a:lnTo>
                    <a:lnTo>
                      <a:pt x="0" y="51816"/>
                    </a:lnTo>
                    <a:cubicBezTo>
                      <a:pt x="0" y="23241"/>
                      <a:pt x="23241" y="0"/>
                      <a:pt x="51816" y="0"/>
                    </a:cubicBezTo>
                    <a:lnTo>
                      <a:pt x="1266444" y="0"/>
                    </a:lnTo>
                    <a:cubicBezTo>
                      <a:pt x="1295019" y="0"/>
                      <a:pt x="1318260" y="23241"/>
                      <a:pt x="1318260" y="51816"/>
                    </a:cubicBezTo>
                    <a:close/>
                  </a:path>
                </a:pathLst>
              </a:custGeom>
              <a:solidFill>
                <a:schemeClr val="accent5"/>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49" name="Google Shape;841;p28">
                <a:extLst>
                  <a:ext uri="{FF2B5EF4-FFF2-40B4-BE49-F238E27FC236}">
                    <a16:creationId xmlns:a16="http://schemas.microsoft.com/office/drawing/2014/main" id="{CE098D02-F077-2B55-E32A-5744E358D8B1}"/>
                  </a:ext>
                </a:extLst>
              </p:cNvPr>
              <p:cNvGrpSpPr/>
              <p:nvPr/>
            </p:nvGrpSpPr>
            <p:grpSpPr>
              <a:xfrm>
                <a:off x="7512267" y="2145579"/>
                <a:ext cx="126741" cy="28145"/>
                <a:chOff x="7106888" y="4136136"/>
                <a:chExt cx="140683" cy="31241"/>
              </a:xfrm>
            </p:grpSpPr>
            <p:sp>
              <p:nvSpPr>
                <p:cNvPr id="993" name="Google Shape;842;p28">
                  <a:extLst>
                    <a:ext uri="{FF2B5EF4-FFF2-40B4-BE49-F238E27FC236}">
                      <a16:creationId xmlns:a16="http://schemas.microsoft.com/office/drawing/2014/main" id="{829F5421-4122-B0CF-0444-583F5355FE68}"/>
                    </a:ext>
                  </a:extLst>
                </p:cNvPr>
                <p:cNvSpPr/>
                <p:nvPr/>
              </p:nvSpPr>
              <p:spPr>
                <a:xfrm>
                  <a:off x="7216330"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4" name="Google Shape;843;p28">
                  <a:extLst>
                    <a:ext uri="{FF2B5EF4-FFF2-40B4-BE49-F238E27FC236}">
                      <a16:creationId xmlns:a16="http://schemas.microsoft.com/office/drawing/2014/main" id="{10D0D01F-BE9D-1CB6-E541-D4300B4ABF09}"/>
                    </a:ext>
                  </a:extLst>
                </p:cNvPr>
                <p:cNvSpPr/>
                <p:nvPr/>
              </p:nvSpPr>
              <p:spPr>
                <a:xfrm>
                  <a:off x="7161561"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5" name="Google Shape;844;p28">
                  <a:extLst>
                    <a:ext uri="{FF2B5EF4-FFF2-40B4-BE49-F238E27FC236}">
                      <a16:creationId xmlns:a16="http://schemas.microsoft.com/office/drawing/2014/main" id="{4A62155C-8724-147B-E322-7D7CBC7C79FC}"/>
                    </a:ext>
                  </a:extLst>
                </p:cNvPr>
                <p:cNvSpPr/>
                <p:nvPr/>
              </p:nvSpPr>
              <p:spPr>
                <a:xfrm>
                  <a:off x="7106888" y="4136136"/>
                  <a:ext cx="31241" cy="31241"/>
                </a:xfrm>
                <a:custGeom>
                  <a:avLst/>
                  <a:gdLst/>
                  <a:ahLst/>
                  <a:cxnLst/>
                  <a:rect l="l" t="t" r="r" b="b"/>
                  <a:pathLst>
                    <a:path w="31241" h="31241" extrusionOk="0">
                      <a:moveTo>
                        <a:pt x="31242" y="15621"/>
                      </a:moveTo>
                      <a:cubicBezTo>
                        <a:pt x="31242" y="24248"/>
                        <a:pt x="24248" y="31242"/>
                        <a:pt x="15621" y="31242"/>
                      </a:cubicBezTo>
                      <a:cubicBezTo>
                        <a:pt x="6993" y="31242"/>
                        <a:pt x="-1" y="24248"/>
                        <a:pt x="-1" y="15621"/>
                      </a:cubicBezTo>
                      <a:cubicBezTo>
                        <a:pt x="-1" y="6994"/>
                        <a:pt x="6993" y="0"/>
                        <a:pt x="15621" y="0"/>
                      </a:cubicBezTo>
                      <a:cubicBezTo>
                        <a:pt x="24248" y="0"/>
                        <a:pt x="31242" y="6994"/>
                        <a:pt x="31242" y="15621"/>
                      </a:cubicBezTo>
                      <a:close/>
                    </a:path>
                  </a:pathLst>
                </a:custGeom>
                <a:solidFill>
                  <a:schemeClr val="lt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50" name="Google Shape;845;p28">
                <a:extLst>
                  <a:ext uri="{FF2B5EF4-FFF2-40B4-BE49-F238E27FC236}">
                    <a16:creationId xmlns:a16="http://schemas.microsoft.com/office/drawing/2014/main" id="{945343CA-0AD7-20B3-4CD3-CB542F86EB5E}"/>
                  </a:ext>
                </a:extLst>
              </p:cNvPr>
              <p:cNvSpPr/>
              <p:nvPr/>
            </p:nvSpPr>
            <p:spPr>
              <a:xfrm>
                <a:off x="6515578" y="2215995"/>
                <a:ext cx="1150258" cy="460514"/>
              </a:xfrm>
              <a:custGeom>
                <a:avLst/>
                <a:gdLst/>
                <a:ahLst/>
                <a:cxnLst/>
                <a:rect l="l" t="t" r="r" b="b"/>
                <a:pathLst>
                  <a:path w="1278064" h="511682" extrusionOk="0">
                    <a:moveTo>
                      <a:pt x="0" y="0"/>
                    </a:moveTo>
                    <a:lnTo>
                      <a:pt x="1278064" y="0"/>
                    </a:lnTo>
                    <a:lnTo>
                      <a:pt x="1278064" y="511683"/>
                    </a:lnTo>
                    <a:lnTo>
                      <a:pt x="0" y="511683"/>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1" name="Google Shape;846;p28">
                <a:extLst>
                  <a:ext uri="{FF2B5EF4-FFF2-40B4-BE49-F238E27FC236}">
                    <a16:creationId xmlns:a16="http://schemas.microsoft.com/office/drawing/2014/main" id="{FA236549-392C-0D19-0A92-4E5A0D49AF19}"/>
                  </a:ext>
                </a:extLst>
              </p:cNvPr>
              <p:cNvSpPr/>
              <p:nvPr/>
            </p:nvSpPr>
            <p:spPr>
              <a:xfrm>
                <a:off x="6548699" y="2724580"/>
                <a:ext cx="316840" cy="275091"/>
              </a:xfrm>
              <a:custGeom>
                <a:avLst/>
                <a:gdLst/>
                <a:ahLst/>
                <a:cxnLst/>
                <a:rect l="l" t="t" r="r" b="b"/>
                <a:pathLst>
                  <a:path w="352044" h="305657" extrusionOk="0">
                    <a:moveTo>
                      <a:pt x="0" y="0"/>
                    </a:moveTo>
                    <a:lnTo>
                      <a:pt x="352044" y="0"/>
                    </a:lnTo>
                    <a:lnTo>
                      <a:pt x="352044" y="305657"/>
                    </a:lnTo>
                    <a:lnTo>
                      <a:pt x="0" y="305657"/>
                    </a:lnTo>
                    <a:close/>
                  </a:path>
                </a:pathLst>
              </a:custGeom>
              <a:solidFill>
                <a:srgbClr val="FFFFFF"/>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2" name="Google Shape;847;p28">
                <a:extLst>
                  <a:ext uri="{FF2B5EF4-FFF2-40B4-BE49-F238E27FC236}">
                    <a16:creationId xmlns:a16="http://schemas.microsoft.com/office/drawing/2014/main" id="{4F84FA3C-C24A-E78B-9F40-FFBD08659BE2}"/>
                  </a:ext>
                </a:extLst>
              </p:cNvPr>
              <p:cNvSpPr/>
              <p:nvPr/>
            </p:nvSpPr>
            <p:spPr>
              <a:xfrm>
                <a:off x="6896308" y="2724580"/>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3" name="Google Shape;848;p28">
                <a:extLst>
                  <a:ext uri="{FF2B5EF4-FFF2-40B4-BE49-F238E27FC236}">
                    <a16:creationId xmlns:a16="http://schemas.microsoft.com/office/drawing/2014/main" id="{7359F76B-670D-A8D7-035D-0920F8914BCE}"/>
                  </a:ext>
                </a:extLst>
              </p:cNvPr>
              <p:cNvSpPr/>
              <p:nvPr/>
            </p:nvSpPr>
            <p:spPr>
              <a:xfrm>
                <a:off x="6896308" y="2775721"/>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0" name="Google Shape;849;p28">
                <a:extLst>
                  <a:ext uri="{FF2B5EF4-FFF2-40B4-BE49-F238E27FC236}">
                    <a16:creationId xmlns:a16="http://schemas.microsoft.com/office/drawing/2014/main" id="{27E5E261-4D5C-6E7A-3A25-AE5BEE9A934B}"/>
                  </a:ext>
                </a:extLst>
              </p:cNvPr>
              <p:cNvSpPr/>
              <p:nvPr/>
            </p:nvSpPr>
            <p:spPr>
              <a:xfrm>
                <a:off x="6896308" y="2826777"/>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1" name="Google Shape;850;p28">
                <a:extLst>
                  <a:ext uri="{FF2B5EF4-FFF2-40B4-BE49-F238E27FC236}">
                    <a16:creationId xmlns:a16="http://schemas.microsoft.com/office/drawing/2014/main" id="{789D73E9-1886-D19A-2FA6-552FBF53F279}"/>
                  </a:ext>
                </a:extLst>
              </p:cNvPr>
              <p:cNvSpPr/>
              <p:nvPr/>
            </p:nvSpPr>
            <p:spPr>
              <a:xfrm>
                <a:off x="6896308" y="2877919"/>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62" name="Google Shape;851;p28">
                <a:extLst>
                  <a:ext uri="{FF2B5EF4-FFF2-40B4-BE49-F238E27FC236}">
                    <a16:creationId xmlns:a16="http://schemas.microsoft.com/office/drawing/2014/main" id="{8F894FA3-F9EE-0D86-5703-9BB92E5B8899}"/>
                  </a:ext>
                </a:extLst>
              </p:cNvPr>
              <p:cNvGrpSpPr/>
              <p:nvPr/>
            </p:nvGrpSpPr>
            <p:grpSpPr>
              <a:xfrm>
                <a:off x="7422424" y="2953744"/>
                <a:ext cx="216586" cy="46337"/>
                <a:chOff x="7007161" y="5033200"/>
                <a:chExt cx="240411" cy="51434"/>
              </a:xfrm>
            </p:grpSpPr>
            <p:sp>
              <p:nvSpPr>
                <p:cNvPr id="991" name="Google Shape;852;p28">
                  <a:extLst>
                    <a:ext uri="{FF2B5EF4-FFF2-40B4-BE49-F238E27FC236}">
                      <a16:creationId xmlns:a16="http://schemas.microsoft.com/office/drawing/2014/main" id="{0C210EC6-0B2B-F286-73A3-3626E078DFE5}"/>
                    </a:ext>
                  </a:extLst>
                </p:cNvPr>
                <p:cNvSpPr/>
                <p:nvPr/>
              </p:nvSpPr>
              <p:spPr>
                <a:xfrm>
                  <a:off x="7007161" y="5033200"/>
                  <a:ext cx="240411" cy="51434"/>
                </a:xfrm>
                <a:custGeom>
                  <a:avLst/>
                  <a:gdLst/>
                  <a:ahLst/>
                  <a:cxnLst/>
                  <a:rect l="l" t="t" r="r" b="b"/>
                  <a:pathLst>
                    <a:path w="240411" h="51434" extrusionOk="0">
                      <a:moveTo>
                        <a:pt x="214694" y="51435"/>
                      </a:moveTo>
                      <a:lnTo>
                        <a:pt x="25718" y="51435"/>
                      </a:lnTo>
                      <a:cubicBezTo>
                        <a:pt x="11525" y="51435"/>
                        <a:pt x="0" y="39814"/>
                        <a:pt x="0" y="25717"/>
                      </a:cubicBezTo>
                      <a:lnTo>
                        <a:pt x="0" y="25717"/>
                      </a:lnTo>
                      <a:cubicBezTo>
                        <a:pt x="0" y="11525"/>
                        <a:pt x="11621" y="0"/>
                        <a:pt x="25718" y="0"/>
                      </a:cubicBezTo>
                      <a:lnTo>
                        <a:pt x="214694" y="0"/>
                      </a:lnTo>
                      <a:cubicBezTo>
                        <a:pt x="228886" y="0"/>
                        <a:pt x="240411" y="11621"/>
                        <a:pt x="240411" y="25717"/>
                      </a:cubicBezTo>
                      <a:lnTo>
                        <a:pt x="240411" y="25717"/>
                      </a:lnTo>
                      <a:cubicBezTo>
                        <a:pt x="240411" y="39909"/>
                        <a:pt x="228791" y="51435"/>
                        <a:pt x="214694" y="51435"/>
                      </a:cubicBezTo>
                      <a:close/>
                    </a:path>
                  </a:pathLst>
                </a:custGeom>
                <a:solidFill>
                  <a:schemeClr val="accent3"/>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2" name="Google Shape;853;p28">
                  <a:extLst>
                    <a:ext uri="{FF2B5EF4-FFF2-40B4-BE49-F238E27FC236}">
                      <a16:creationId xmlns:a16="http://schemas.microsoft.com/office/drawing/2014/main" id="{294E8F5F-C051-5A1E-702D-4D57C3815399}"/>
                    </a:ext>
                  </a:extLst>
                </p:cNvPr>
                <p:cNvSpPr/>
                <p:nvPr/>
              </p:nvSpPr>
              <p:spPr>
                <a:xfrm>
                  <a:off x="7073264" y="5047202"/>
                  <a:ext cx="108204" cy="23240"/>
                </a:xfrm>
                <a:custGeom>
                  <a:avLst/>
                  <a:gdLst/>
                  <a:ahLst/>
                  <a:cxnLst/>
                  <a:rect l="l" t="t" r="r" b="b"/>
                  <a:pathLst>
                    <a:path w="108204" h="23240" extrusionOk="0">
                      <a:moveTo>
                        <a:pt x="96584" y="23241"/>
                      </a:moveTo>
                      <a:lnTo>
                        <a:pt x="11621" y="23241"/>
                      </a:lnTo>
                      <a:cubicBezTo>
                        <a:pt x="5239" y="23241"/>
                        <a:pt x="0" y="18002"/>
                        <a:pt x="0" y="11620"/>
                      </a:cubicBezTo>
                      <a:lnTo>
                        <a:pt x="0" y="11620"/>
                      </a:lnTo>
                      <a:cubicBezTo>
                        <a:pt x="0" y="5239"/>
                        <a:pt x="5239" y="0"/>
                        <a:pt x="11621" y="0"/>
                      </a:cubicBezTo>
                      <a:lnTo>
                        <a:pt x="96584" y="0"/>
                      </a:lnTo>
                      <a:cubicBezTo>
                        <a:pt x="102965" y="0"/>
                        <a:pt x="108204" y="5239"/>
                        <a:pt x="108204" y="11620"/>
                      </a:cubicBezTo>
                      <a:lnTo>
                        <a:pt x="108204" y="11620"/>
                      </a:lnTo>
                      <a:cubicBezTo>
                        <a:pt x="108204" y="18002"/>
                        <a:pt x="102965" y="23241"/>
                        <a:pt x="96584" y="23241"/>
                      </a:cubicBezTo>
                      <a:close/>
                    </a:path>
                  </a:pathLst>
                </a:cu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63" name="Google Shape;854;p28">
                <a:extLst>
                  <a:ext uri="{FF2B5EF4-FFF2-40B4-BE49-F238E27FC236}">
                    <a16:creationId xmlns:a16="http://schemas.microsoft.com/office/drawing/2014/main" id="{AD8A37B9-F6AD-2250-F0D6-18F4ED474BF2}"/>
                  </a:ext>
                </a:extLst>
              </p:cNvPr>
              <p:cNvGrpSpPr/>
              <p:nvPr/>
            </p:nvGrpSpPr>
            <p:grpSpPr>
              <a:xfrm>
                <a:off x="6548851" y="2408331"/>
                <a:ext cx="1090135" cy="89414"/>
                <a:chOff x="6037516" y="4427791"/>
                <a:chExt cx="1210056" cy="99250"/>
              </a:xfrm>
            </p:grpSpPr>
            <p:sp>
              <p:nvSpPr>
                <p:cNvPr id="989" name="Google Shape;855;p28">
                  <a:extLst>
                    <a:ext uri="{FF2B5EF4-FFF2-40B4-BE49-F238E27FC236}">
                      <a16:creationId xmlns:a16="http://schemas.microsoft.com/office/drawing/2014/main" id="{736C5955-558A-B286-1EAE-B4EAE639D2DD}"/>
                    </a:ext>
                  </a:extLst>
                </p:cNvPr>
                <p:cNvSpPr/>
                <p:nvPr/>
              </p:nvSpPr>
              <p:spPr>
                <a:xfrm>
                  <a:off x="6037516" y="4427791"/>
                  <a:ext cx="49625" cy="99250"/>
                </a:xfrm>
                <a:custGeom>
                  <a:avLst/>
                  <a:gdLst/>
                  <a:ahLst/>
                  <a:cxnLst/>
                  <a:rect l="l" t="t" r="r" b="b"/>
                  <a:pathLst>
                    <a:path w="49625" h="99250" extrusionOk="0">
                      <a:moveTo>
                        <a:pt x="0" y="49625"/>
                      </a:moveTo>
                      <a:lnTo>
                        <a:pt x="49625" y="99251"/>
                      </a:lnTo>
                      <a:lnTo>
                        <a:pt x="49625" y="0"/>
                      </a:lnTo>
                      <a:lnTo>
                        <a:pt x="0" y="49625"/>
                      </a:lnTo>
                      <a:close/>
                    </a:path>
                  </a:pathLst>
                </a:cu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0" name="Google Shape;856;p28">
                  <a:extLst>
                    <a:ext uri="{FF2B5EF4-FFF2-40B4-BE49-F238E27FC236}">
                      <a16:creationId xmlns:a16="http://schemas.microsoft.com/office/drawing/2014/main" id="{59955444-BD03-AD7B-5C74-7F0964C39016}"/>
                    </a:ext>
                  </a:extLst>
                </p:cNvPr>
                <p:cNvSpPr/>
                <p:nvPr/>
              </p:nvSpPr>
              <p:spPr>
                <a:xfrm>
                  <a:off x="7197947" y="4427791"/>
                  <a:ext cx="49625" cy="99250"/>
                </a:xfrm>
                <a:custGeom>
                  <a:avLst/>
                  <a:gdLst/>
                  <a:ahLst/>
                  <a:cxnLst/>
                  <a:rect l="l" t="t" r="r" b="b"/>
                  <a:pathLst>
                    <a:path w="49625" h="99250" extrusionOk="0">
                      <a:moveTo>
                        <a:pt x="0" y="0"/>
                      </a:moveTo>
                      <a:lnTo>
                        <a:pt x="0" y="99251"/>
                      </a:lnTo>
                      <a:lnTo>
                        <a:pt x="49625" y="49625"/>
                      </a:lnTo>
                      <a:lnTo>
                        <a:pt x="0" y="0"/>
                      </a:lnTo>
                      <a:close/>
                    </a:path>
                  </a:pathLst>
                </a:cu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64" name="Google Shape;857;p28">
                <a:extLst>
                  <a:ext uri="{FF2B5EF4-FFF2-40B4-BE49-F238E27FC236}">
                    <a16:creationId xmlns:a16="http://schemas.microsoft.com/office/drawing/2014/main" id="{6696DAB0-490D-8C79-B5A7-3268A64275D4}"/>
                  </a:ext>
                </a:extLst>
              </p:cNvPr>
              <p:cNvGrpSpPr/>
              <p:nvPr/>
            </p:nvGrpSpPr>
            <p:grpSpPr>
              <a:xfrm>
                <a:off x="7013086" y="2651519"/>
                <a:ext cx="157037" cy="16304"/>
                <a:chOff x="6552628" y="4697730"/>
                <a:chExt cx="174307" cy="18097"/>
              </a:xfrm>
            </p:grpSpPr>
            <p:sp>
              <p:nvSpPr>
                <p:cNvPr id="984" name="Google Shape;858;p28">
                  <a:extLst>
                    <a:ext uri="{FF2B5EF4-FFF2-40B4-BE49-F238E27FC236}">
                      <a16:creationId xmlns:a16="http://schemas.microsoft.com/office/drawing/2014/main" id="{7E364AD3-F533-CFE2-4FD1-625A59393156}"/>
                    </a:ext>
                  </a:extLst>
                </p:cNvPr>
                <p:cNvSpPr/>
                <p:nvPr/>
              </p:nvSpPr>
              <p:spPr>
                <a:xfrm>
                  <a:off x="6552628" y="4697730"/>
                  <a:ext cx="18097" cy="18097"/>
                </a:xfrm>
                <a:custGeom>
                  <a:avLst/>
                  <a:gdLst/>
                  <a:ahLst/>
                  <a:cxnLst/>
                  <a:rect l="l" t="t" r="r" b="b"/>
                  <a:pathLst>
                    <a:path w="18097" h="18097" extrusionOk="0">
                      <a:moveTo>
                        <a:pt x="18098" y="9049"/>
                      </a:moveTo>
                      <a:cubicBezTo>
                        <a:pt x="18098" y="14002"/>
                        <a:pt x="14097" y="18097"/>
                        <a:pt x="9049" y="18097"/>
                      </a:cubicBezTo>
                      <a:cubicBezTo>
                        <a:pt x="4000" y="18097"/>
                        <a:pt x="0" y="14097"/>
                        <a:pt x="0" y="9049"/>
                      </a:cubicBezTo>
                      <a:cubicBezTo>
                        <a:pt x="0" y="4000"/>
                        <a:pt x="4000" y="0"/>
                        <a:pt x="9049" y="0"/>
                      </a:cubicBezTo>
                      <a:cubicBezTo>
                        <a:pt x="14097" y="0"/>
                        <a:pt x="18098" y="4000"/>
                        <a:pt x="18098" y="9049"/>
                      </a:cubicBezTo>
                      <a:close/>
                    </a:path>
                  </a:pathLst>
                </a:cu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5" name="Google Shape;859;p28">
                  <a:extLst>
                    <a:ext uri="{FF2B5EF4-FFF2-40B4-BE49-F238E27FC236}">
                      <a16:creationId xmlns:a16="http://schemas.microsoft.com/office/drawing/2014/main" id="{AD6BF441-708A-DFF3-5902-D31C35CCD01B}"/>
                    </a:ext>
                  </a:extLst>
                </p:cNvPr>
                <p:cNvSpPr/>
                <p:nvPr/>
              </p:nvSpPr>
              <p:spPr>
                <a:xfrm>
                  <a:off x="65916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6" name="Google Shape;860;p28">
                  <a:extLst>
                    <a:ext uri="{FF2B5EF4-FFF2-40B4-BE49-F238E27FC236}">
                      <a16:creationId xmlns:a16="http://schemas.microsoft.com/office/drawing/2014/main" id="{B615D724-65D8-7A83-14BB-D6A8A9EC6AC3}"/>
                    </a:ext>
                  </a:extLst>
                </p:cNvPr>
                <p:cNvSpPr/>
                <p:nvPr/>
              </p:nvSpPr>
              <p:spPr>
                <a:xfrm>
                  <a:off x="6630733" y="4697730"/>
                  <a:ext cx="18097" cy="18097"/>
                </a:xfrm>
                <a:custGeom>
                  <a:avLst/>
                  <a:gdLst/>
                  <a:ahLst/>
                  <a:cxnLst/>
                  <a:rect l="l" t="t" r="r" b="b"/>
                  <a:pathLst>
                    <a:path w="18097" h="18097" extrusionOk="0">
                      <a:moveTo>
                        <a:pt x="18097" y="9049"/>
                      </a:moveTo>
                      <a:cubicBezTo>
                        <a:pt x="18097" y="14002"/>
                        <a:pt x="14097" y="18097"/>
                        <a:pt x="9049" y="18097"/>
                      </a:cubicBezTo>
                      <a:cubicBezTo>
                        <a:pt x="4000" y="18097"/>
                        <a:pt x="0" y="14097"/>
                        <a:pt x="0" y="9049"/>
                      </a:cubicBezTo>
                      <a:cubicBezTo>
                        <a:pt x="0" y="4000"/>
                        <a:pt x="4000" y="0"/>
                        <a:pt x="9049"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7" name="Google Shape;861;p28">
                  <a:extLst>
                    <a:ext uri="{FF2B5EF4-FFF2-40B4-BE49-F238E27FC236}">
                      <a16:creationId xmlns:a16="http://schemas.microsoft.com/office/drawing/2014/main" id="{3B0F93E1-21A4-F036-B2B0-2CA832504005}"/>
                    </a:ext>
                  </a:extLst>
                </p:cNvPr>
                <p:cNvSpPr/>
                <p:nvPr/>
              </p:nvSpPr>
              <p:spPr>
                <a:xfrm>
                  <a:off x="66698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8" name="Google Shape;862;p28">
                  <a:extLst>
                    <a:ext uri="{FF2B5EF4-FFF2-40B4-BE49-F238E27FC236}">
                      <a16:creationId xmlns:a16="http://schemas.microsoft.com/office/drawing/2014/main" id="{544437EB-AE35-F0C4-5FC5-FE1113D57125}"/>
                    </a:ext>
                  </a:extLst>
                </p:cNvPr>
                <p:cNvSpPr/>
                <p:nvPr/>
              </p:nvSpPr>
              <p:spPr>
                <a:xfrm>
                  <a:off x="6708838" y="4697730"/>
                  <a:ext cx="18097" cy="18097"/>
                </a:xfrm>
                <a:custGeom>
                  <a:avLst/>
                  <a:gdLst/>
                  <a:ahLst/>
                  <a:cxnLst/>
                  <a:rect l="l" t="t" r="r" b="b"/>
                  <a:pathLst>
                    <a:path w="18097" h="18097" extrusionOk="0">
                      <a:moveTo>
                        <a:pt x="18097" y="9049"/>
                      </a:moveTo>
                      <a:cubicBezTo>
                        <a:pt x="18097" y="14002"/>
                        <a:pt x="14097" y="18097"/>
                        <a:pt x="9048" y="18097"/>
                      </a:cubicBezTo>
                      <a:cubicBezTo>
                        <a:pt x="4000" y="18097"/>
                        <a:pt x="0" y="14097"/>
                        <a:pt x="0" y="9049"/>
                      </a:cubicBezTo>
                      <a:cubicBezTo>
                        <a:pt x="0" y="4000"/>
                        <a:pt x="4000" y="0"/>
                        <a:pt x="9048"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965" name="Google Shape;863;p28">
                <a:extLst>
                  <a:ext uri="{FF2B5EF4-FFF2-40B4-BE49-F238E27FC236}">
                    <a16:creationId xmlns:a16="http://schemas.microsoft.com/office/drawing/2014/main" id="{FF1282A1-C72A-492B-4B79-4F1B27F75ACE}"/>
                  </a:ext>
                </a:extLst>
              </p:cNvPr>
              <p:cNvSpPr/>
              <p:nvPr/>
            </p:nvSpPr>
            <p:spPr>
              <a:xfrm>
                <a:off x="6548699" y="3046960"/>
                <a:ext cx="1089050" cy="8572"/>
              </a:xfrm>
              <a:custGeom>
                <a:avLst/>
                <a:gdLst/>
                <a:ahLst/>
                <a:cxnLst/>
                <a:rect l="l" t="t" r="r" b="b"/>
                <a:pathLst>
                  <a:path w="1210055" h="9525" extrusionOk="0">
                    <a:moveTo>
                      <a:pt x="0" y="0"/>
                    </a:moveTo>
                    <a:lnTo>
                      <a:pt x="1210056" y="0"/>
                    </a:lnTo>
                  </a:path>
                </a:pathLst>
              </a:custGeom>
              <a:noFill/>
              <a:ln w="17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66" name="Google Shape;864;p28">
                <a:extLst>
                  <a:ext uri="{FF2B5EF4-FFF2-40B4-BE49-F238E27FC236}">
                    <a16:creationId xmlns:a16="http://schemas.microsoft.com/office/drawing/2014/main" id="{7EB00191-476F-7CE0-7FD9-C67DF527F785}"/>
                  </a:ext>
                </a:extLst>
              </p:cNvPr>
              <p:cNvGrpSpPr/>
              <p:nvPr/>
            </p:nvGrpSpPr>
            <p:grpSpPr>
              <a:xfrm>
                <a:off x="6505708" y="2659414"/>
                <a:ext cx="413779" cy="413778"/>
                <a:chOff x="5989605" y="4706493"/>
                <a:chExt cx="459295" cy="459294"/>
              </a:xfrm>
            </p:grpSpPr>
            <p:grpSp>
              <p:nvGrpSpPr>
                <p:cNvPr id="967" name="Google Shape;865;p28">
                  <a:extLst>
                    <a:ext uri="{FF2B5EF4-FFF2-40B4-BE49-F238E27FC236}">
                      <a16:creationId xmlns:a16="http://schemas.microsoft.com/office/drawing/2014/main" id="{5EAF80E1-64E3-9D91-642C-726DBA64ED65}"/>
                    </a:ext>
                  </a:extLst>
                </p:cNvPr>
                <p:cNvGrpSpPr/>
                <p:nvPr/>
              </p:nvGrpSpPr>
              <p:grpSpPr>
                <a:xfrm>
                  <a:off x="6001893" y="4718780"/>
                  <a:ext cx="444150" cy="444151"/>
                  <a:chOff x="6001893" y="4718780"/>
                  <a:chExt cx="444150" cy="444151"/>
                </a:xfrm>
              </p:grpSpPr>
              <p:sp>
                <p:nvSpPr>
                  <p:cNvPr id="980" name="Google Shape;866;p28">
                    <a:extLst>
                      <a:ext uri="{FF2B5EF4-FFF2-40B4-BE49-F238E27FC236}">
                        <a16:creationId xmlns:a16="http://schemas.microsoft.com/office/drawing/2014/main" id="{0596F07C-000F-6537-8C1D-90B72BCDAC72}"/>
                      </a:ext>
                    </a:extLst>
                  </p:cNvPr>
                  <p:cNvSpPr/>
                  <p:nvPr/>
                </p:nvSpPr>
                <p:spPr>
                  <a:xfrm>
                    <a:off x="6017418" y="5153406"/>
                    <a:ext cx="388048" cy="9525"/>
                  </a:xfrm>
                  <a:custGeom>
                    <a:avLst/>
                    <a:gdLst/>
                    <a:ahLst/>
                    <a:cxnLst/>
                    <a:rect l="l" t="t" r="r" b="b"/>
                    <a:pathLst>
                      <a:path w="388048" h="9525" extrusionOk="0">
                        <a:moveTo>
                          <a:pt x="388048" y="0"/>
                        </a:moveTo>
                        <a:lnTo>
                          <a:pt x="0"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1" name="Google Shape;867;p28">
                    <a:extLst>
                      <a:ext uri="{FF2B5EF4-FFF2-40B4-BE49-F238E27FC236}">
                        <a16:creationId xmlns:a16="http://schemas.microsoft.com/office/drawing/2014/main" id="{CC27B3EE-0607-034E-03EA-FC7AE52E2F06}"/>
                      </a:ext>
                    </a:extLst>
                  </p:cNvPr>
                  <p:cNvSpPr/>
                  <p:nvPr/>
                </p:nvSpPr>
                <p:spPr>
                  <a:xfrm>
                    <a:off x="6001893" y="4734306"/>
                    <a:ext cx="9525" cy="388048"/>
                  </a:xfrm>
                  <a:custGeom>
                    <a:avLst/>
                    <a:gdLst/>
                    <a:ahLst/>
                    <a:cxnLst/>
                    <a:rect l="l" t="t" r="r" b="b"/>
                    <a:pathLst>
                      <a:path w="9525" h="388048" extrusionOk="0">
                        <a:moveTo>
                          <a:pt x="0" y="388049"/>
                        </a:moveTo>
                        <a:lnTo>
                          <a:pt x="0"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2" name="Google Shape;868;p28">
                    <a:extLst>
                      <a:ext uri="{FF2B5EF4-FFF2-40B4-BE49-F238E27FC236}">
                        <a16:creationId xmlns:a16="http://schemas.microsoft.com/office/drawing/2014/main" id="{A36C7F4F-067F-F5E9-3CEC-2945504B0D3D}"/>
                      </a:ext>
                    </a:extLst>
                  </p:cNvPr>
                  <p:cNvSpPr/>
                  <p:nvPr/>
                </p:nvSpPr>
                <p:spPr>
                  <a:xfrm>
                    <a:off x="6032944" y="4718780"/>
                    <a:ext cx="388048" cy="9525"/>
                  </a:xfrm>
                  <a:custGeom>
                    <a:avLst/>
                    <a:gdLst/>
                    <a:ahLst/>
                    <a:cxnLst/>
                    <a:rect l="l" t="t" r="r" b="b"/>
                    <a:pathLst>
                      <a:path w="388048" h="9525" extrusionOk="0">
                        <a:moveTo>
                          <a:pt x="0" y="0"/>
                        </a:moveTo>
                        <a:lnTo>
                          <a:pt x="388048"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3" name="Google Shape;869;p28">
                    <a:extLst>
                      <a:ext uri="{FF2B5EF4-FFF2-40B4-BE49-F238E27FC236}">
                        <a16:creationId xmlns:a16="http://schemas.microsoft.com/office/drawing/2014/main" id="{419D5141-1E58-48BC-3FAF-198737E3A70D}"/>
                      </a:ext>
                    </a:extLst>
                  </p:cNvPr>
                  <p:cNvSpPr/>
                  <p:nvPr/>
                </p:nvSpPr>
                <p:spPr>
                  <a:xfrm>
                    <a:off x="6436518" y="4749831"/>
                    <a:ext cx="9525" cy="388048"/>
                  </a:xfrm>
                  <a:custGeom>
                    <a:avLst/>
                    <a:gdLst/>
                    <a:ahLst/>
                    <a:cxnLst/>
                    <a:rect l="l" t="t" r="r" b="b"/>
                    <a:pathLst>
                      <a:path w="9525" h="388048" extrusionOk="0">
                        <a:moveTo>
                          <a:pt x="0" y="0"/>
                        </a:moveTo>
                        <a:lnTo>
                          <a:pt x="0" y="388049"/>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68" name="Google Shape;870;p28">
                  <a:extLst>
                    <a:ext uri="{FF2B5EF4-FFF2-40B4-BE49-F238E27FC236}">
                      <a16:creationId xmlns:a16="http://schemas.microsoft.com/office/drawing/2014/main" id="{2D7A14D0-A3DA-C8FF-86EF-990C43C90F19}"/>
                    </a:ext>
                  </a:extLst>
                </p:cNvPr>
                <p:cNvGrpSpPr/>
                <p:nvPr/>
              </p:nvGrpSpPr>
              <p:grpSpPr>
                <a:xfrm>
                  <a:off x="5989605" y="4706493"/>
                  <a:ext cx="459295" cy="459294"/>
                  <a:chOff x="5989605" y="4706493"/>
                  <a:chExt cx="459295" cy="459294"/>
                </a:xfrm>
              </p:grpSpPr>
              <p:grpSp>
                <p:nvGrpSpPr>
                  <p:cNvPr id="969" name="Google Shape;871;p28">
                    <a:extLst>
                      <a:ext uri="{FF2B5EF4-FFF2-40B4-BE49-F238E27FC236}">
                        <a16:creationId xmlns:a16="http://schemas.microsoft.com/office/drawing/2014/main" id="{765AE803-FCEC-BDEF-E6FB-819A5AFDB926}"/>
                      </a:ext>
                    </a:extLst>
                  </p:cNvPr>
                  <p:cNvGrpSpPr/>
                  <p:nvPr/>
                </p:nvGrpSpPr>
                <p:grpSpPr>
                  <a:xfrm>
                    <a:off x="5989605" y="4706493"/>
                    <a:ext cx="459295" cy="24669"/>
                    <a:chOff x="5989605" y="4706493"/>
                    <a:chExt cx="459295" cy="24669"/>
                  </a:xfrm>
                </p:grpSpPr>
                <p:sp>
                  <p:nvSpPr>
                    <p:cNvPr id="977" name="Google Shape;872;p28">
                      <a:extLst>
                        <a:ext uri="{FF2B5EF4-FFF2-40B4-BE49-F238E27FC236}">
                          <a16:creationId xmlns:a16="http://schemas.microsoft.com/office/drawing/2014/main" id="{8AB89659-4186-9258-6F2A-2C8188F39E87}"/>
                        </a:ext>
                      </a:extLst>
                    </p:cNvPr>
                    <p:cNvSpPr/>
                    <p:nvPr/>
                  </p:nvSpPr>
                  <p:spPr>
                    <a:xfrm>
                      <a:off x="5989605"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8" name="Google Shape;873;p28">
                      <a:extLst>
                        <a:ext uri="{FF2B5EF4-FFF2-40B4-BE49-F238E27FC236}">
                          <a16:creationId xmlns:a16="http://schemas.microsoft.com/office/drawing/2014/main" id="{213A249B-8EF9-90FE-059B-381122D7C1EF}"/>
                        </a:ext>
                      </a:extLst>
                    </p:cNvPr>
                    <p:cNvSpPr/>
                    <p:nvPr/>
                  </p:nvSpPr>
                  <p:spPr>
                    <a:xfrm>
                      <a:off x="6206871"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9" name="Google Shape;874;p28">
                      <a:extLst>
                        <a:ext uri="{FF2B5EF4-FFF2-40B4-BE49-F238E27FC236}">
                          <a16:creationId xmlns:a16="http://schemas.microsoft.com/office/drawing/2014/main" id="{D9511B9A-AB56-76A2-999A-C2022637F66B}"/>
                        </a:ext>
                      </a:extLst>
                    </p:cNvPr>
                    <p:cNvSpPr/>
                    <p:nvPr/>
                  </p:nvSpPr>
                  <p:spPr>
                    <a:xfrm>
                      <a:off x="6424231"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70" name="Google Shape;875;p28">
                    <a:extLst>
                      <a:ext uri="{FF2B5EF4-FFF2-40B4-BE49-F238E27FC236}">
                        <a16:creationId xmlns:a16="http://schemas.microsoft.com/office/drawing/2014/main" id="{091B507B-2799-F121-3307-4542A567B7BC}"/>
                      </a:ext>
                    </a:extLst>
                  </p:cNvPr>
                  <p:cNvGrpSpPr/>
                  <p:nvPr/>
                </p:nvGrpSpPr>
                <p:grpSpPr>
                  <a:xfrm>
                    <a:off x="5989605" y="4923758"/>
                    <a:ext cx="459295" cy="24669"/>
                    <a:chOff x="5989605" y="4923758"/>
                    <a:chExt cx="459295" cy="24669"/>
                  </a:xfrm>
                </p:grpSpPr>
                <p:sp>
                  <p:nvSpPr>
                    <p:cNvPr id="975" name="Google Shape;876;p28">
                      <a:extLst>
                        <a:ext uri="{FF2B5EF4-FFF2-40B4-BE49-F238E27FC236}">
                          <a16:creationId xmlns:a16="http://schemas.microsoft.com/office/drawing/2014/main" id="{4CFC5C8D-A976-FA92-9020-E32E0287F439}"/>
                        </a:ext>
                      </a:extLst>
                    </p:cNvPr>
                    <p:cNvSpPr/>
                    <p:nvPr/>
                  </p:nvSpPr>
                  <p:spPr>
                    <a:xfrm>
                      <a:off x="5989605" y="492375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6" name="Google Shape;877;p28">
                      <a:extLst>
                        <a:ext uri="{FF2B5EF4-FFF2-40B4-BE49-F238E27FC236}">
                          <a16:creationId xmlns:a16="http://schemas.microsoft.com/office/drawing/2014/main" id="{EF0D7BFF-4998-F7CF-4BE5-C4136A9BBF00}"/>
                        </a:ext>
                      </a:extLst>
                    </p:cNvPr>
                    <p:cNvSpPr/>
                    <p:nvPr/>
                  </p:nvSpPr>
                  <p:spPr>
                    <a:xfrm>
                      <a:off x="6424231" y="492375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71" name="Google Shape;878;p28">
                    <a:extLst>
                      <a:ext uri="{FF2B5EF4-FFF2-40B4-BE49-F238E27FC236}">
                        <a16:creationId xmlns:a16="http://schemas.microsoft.com/office/drawing/2014/main" id="{8CF87C72-2DC2-645B-1B19-1973A0BF5EE2}"/>
                      </a:ext>
                    </a:extLst>
                  </p:cNvPr>
                  <p:cNvGrpSpPr/>
                  <p:nvPr/>
                </p:nvGrpSpPr>
                <p:grpSpPr>
                  <a:xfrm>
                    <a:off x="5989605" y="5141118"/>
                    <a:ext cx="459295" cy="24669"/>
                    <a:chOff x="5989605" y="5141118"/>
                    <a:chExt cx="459295" cy="24669"/>
                  </a:xfrm>
                </p:grpSpPr>
                <p:sp>
                  <p:nvSpPr>
                    <p:cNvPr id="972" name="Google Shape;879;p28">
                      <a:extLst>
                        <a:ext uri="{FF2B5EF4-FFF2-40B4-BE49-F238E27FC236}">
                          <a16:creationId xmlns:a16="http://schemas.microsoft.com/office/drawing/2014/main" id="{51F5664F-A0B0-6ED3-54BA-9042AA4E6B93}"/>
                        </a:ext>
                      </a:extLst>
                    </p:cNvPr>
                    <p:cNvSpPr/>
                    <p:nvPr/>
                  </p:nvSpPr>
                  <p:spPr>
                    <a:xfrm>
                      <a:off x="5989605"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3" name="Google Shape;880;p28">
                      <a:extLst>
                        <a:ext uri="{FF2B5EF4-FFF2-40B4-BE49-F238E27FC236}">
                          <a16:creationId xmlns:a16="http://schemas.microsoft.com/office/drawing/2014/main" id="{A00540D4-6CE8-5EBE-28D9-8AC7E22CC6BA}"/>
                        </a:ext>
                      </a:extLst>
                    </p:cNvPr>
                    <p:cNvSpPr/>
                    <p:nvPr/>
                  </p:nvSpPr>
                  <p:spPr>
                    <a:xfrm>
                      <a:off x="6206871"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4" name="Google Shape;881;p28">
                      <a:extLst>
                        <a:ext uri="{FF2B5EF4-FFF2-40B4-BE49-F238E27FC236}">
                          <a16:creationId xmlns:a16="http://schemas.microsoft.com/office/drawing/2014/main" id="{FC767F9B-EACC-7B39-045B-1A4DC88F97DB}"/>
                        </a:ext>
                      </a:extLst>
                    </p:cNvPr>
                    <p:cNvSpPr/>
                    <p:nvPr/>
                  </p:nvSpPr>
                  <p:spPr>
                    <a:xfrm>
                      <a:off x="6424231"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13" name="Google Shape;882;p28">
              <a:extLst>
                <a:ext uri="{FF2B5EF4-FFF2-40B4-BE49-F238E27FC236}">
                  <a16:creationId xmlns:a16="http://schemas.microsoft.com/office/drawing/2014/main" id="{2B207BFE-70C1-9C60-E42A-F5F75321C4B4}"/>
                </a:ext>
              </a:extLst>
            </p:cNvPr>
            <p:cNvGrpSpPr/>
            <p:nvPr/>
          </p:nvGrpSpPr>
          <p:grpSpPr>
            <a:xfrm>
              <a:off x="5248799" y="1817418"/>
              <a:ext cx="479083" cy="595031"/>
              <a:chOff x="5580610" y="1953710"/>
              <a:chExt cx="392498" cy="487491"/>
            </a:xfrm>
          </p:grpSpPr>
          <p:grpSp>
            <p:nvGrpSpPr>
              <p:cNvPr id="738" name="Google Shape;883;p28">
                <a:extLst>
                  <a:ext uri="{FF2B5EF4-FFF2-40B4-BE49-F238E27FC236}">
                    <a16:creationId xmlns:a16="http://schemas.microsoft.com/office/drawing/2014/main" id="{60CF6CB3-A8E5-4DE2-0338-8A14CE140361}"/>
                  </a:ext>
                </a:extLst>
              </p:cNvPr>
              <p:cNvGrpSpPr/>
              <p:nvPr/>
            </p:nvGrpSpPr>
            <p:grpSpPr>
              <a:xfrm>
                <a:off x="5580610" y="1953710"/>
                <a:ext cx="392498" cy="487491"/>
                <a:chOff x="7385113" y="1535430"/>
                <a:chExt cx="435673" cy="541115"/>
              </a:xfrm>
            </p:grpSpPr>
            <p:sp>
              <p:nvSpPr>
                <p:cNvPr id="742" name="Google Shape;884;p28">
                  <a:extLst>
                    <a:ext uri="{FF2B5EF4-FFF2-40B4-BE49-F238E27FC236}">
                      <a16:creationId xmlns:a16="http://schemas.microsoft.com/office/drawing/2014/main" id="{32A7245E-3564-B2FE-1894-687A5E6CE5F2}"/>
                    </a:ext>
                  </a:extLst>
                </p:cNvPr>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43" name="Google Shape;885;p28">
                  <a:extLst>
                    <a:ext uri="{FF2B5EF4-FFF2-40B4-BE49-F238E27FC236}">
                      <a16:creationId xmlns:a16="http://schemas.microsoft.com/office/drawing/2014/main" id="{CBD8DA0F-4EBD-5978-7EF9-687ED8C72980}"/>
                    </a:ext>
                  </a:extLst>
                </p:cNvPr>
                <p:cNvGrpSpPr/>
                <p:nvPr/>
              </p:nvGrpSpPr>
              <p:grpSpPr>
                <a:xfrm>
                  <a:off x="7612094" y="1566576"/>
                  <a:ext cx="164781" cy="41529"/>
                  <a:chOff x="7612094" y="1566576"/>
                  <a:chExt cx="164781" cy="41529"/>
                </a:xfrm>
              </p:grpSpPr>
              <p:sp>
                <p:nvSpPr>
                  <p:cNvPr id="744" name="Google Shape;886;p28">
                    <a:extLst>
                      <a:ext uri="{FF2B5EF4-FFF2-40B4-BE49-F238E27FC236}">
                        <a16:creationId xmlns:a16="http://schemas.microsoft.com/office/drawing/2014/main" id="{33878A5D-1E9E-AD61-8DA4-EF9FEF9E8D40}"/>
                      </a:ext>
                    </a:extLst>
                  </p:cNvPr>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5" name="Google Shape;887;p28">
                    <a:extLst>
                      <a:ext uri="{FF2B5EF4-FFF2-40B4-BE49-F238E27FC236}">
                        <a16:creationId xmlns:a16="http://schemas.microsoft.com/office/drawing/2014/main" id="{BA3F0A41-F8C7-BBA6-F1A7-BDA24C876BE1}"/>
                      </a:ext>
                    </a:extLst>
                  </p:cNvPr>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6" name="Google Shape;888;p28">
                    <a:extLst>
                      <a:ext uri="{FF2B5EF4-FFF2-40B4-BE49-F238E27FC236}">
                        <a16:creationId xmlns:a16="http://schemas.microsoft.com/office/drawing/2014/main" id="{92C00A73-EF0B-96E8-6BFF-C39C4955CF0C}"/>
                      </a:ext>
                    </a:extLst>
                  </p:cNvPr>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39" name="Google Shape;889;p28">
                <a:extLst>
                  <a:ext uri="{FF2B5EF4-FFF2-40B4-BE49-F238E27FC236}">
                    <a16:creationId xmlns:a16="http://schemas.microsoft.com/office/drawing/2014/main" id="{E8FD0626-E74F-D78E-E76C-B00AE47A62AE}"/>
                  </a:ext>
                </a:extLst>
              </p:cNvPr>
              <p:cNvGrpSpPr/>
              <p:nvPr/>
            </p:nvGrpSpPr>
            <p:grpSpPr>
              <a:xfrm>
                <a:off x="5612446" y="2047672"/>
                <a:ext cx="323505" cy="338352"/>
                <a:chOff x="7420451" y="1639728"/>
                <a:chExt cx="359091" cy="375571"/>
              </a:xfrm>
            </p:grpSpPr>
            <p:sp>
              <p:nvSpPr>
                <p:cNvPr id="740" name="Google Shape;890;p28">
                  <a:extLst>
                    <a:ext uri="{FF2B5EF4-FFF2-40B4-BE49-F238E27FC236}">
                      <a16:creationId xmlns:a16="http://schemas.microsoft.com/office/drawing/2014/main" id="{CC9405D1-2A1D-BD56-A215-AF2FE1365A4F}"/>
                    </a:ext>
                  </a:extLst>
                </p:cNvPr>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1" name="Google Shape;891;p28">
                  <a:extLst>
                    <a:ext uri="{FF2B5EF4-FFF2-40B4-BE49-F238E27FC236}">
                      <a16:creationId xmlns:a16="http://schemas.microsoft.com/office/drawing/2014/main" id="{7C89D5AF-A332-5805-6752-0232CB592E71}"/>
                    </a:ext>
                  </a:extLst>
                </p:cNvPr>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4" name="Google Shape;892;p28">
              <a:extLst>
                <a:ext uri="{FF2B5EF4-FFF2-40B4-BE49-F238E27FC236}">
                  <a16:creationId xmlns:a16="http://schemas.microsoft.com/office/drawing/2014/main" id="{4B6928DE-1586-2915-F817-E63A07E835BC}"/>
                </a:ext>
              </a:extLst>
            </p:cNvPr>
            <p:cNvGrpSpPr/>
            <p:nvPr/>
          </p:nvGrpSpPr>
          <p:grpSpPr>
            <a:xfrm>
              <a:off x="7810967" y="2543174"/>
              <a:ext cx="1047787" cy="27232"/>
              <a:chOff x="7384446" y="3573113"/>
              <a:chExt cx="952880" cy="24765"/>
            </a:xfrm>
          </p:grpSpPr>
          <p:sp>
            <p:nvSpPr>
              <p:cNvPr id="959" name="Google Shape;893;p28">
                <a:extLst>
                  <a:ext uri="{FF2B5EF4-FFF2-40B4-BE49-F238E27FC236}">
                    <a16:creationId xmlns:a16="http://schemas.microsoft.com/office/drawing/2014/main" id="{91639833-E861-E452-F569-4011D0CD557B}"/>
                  </a:ext>
                </a:extLst>
              </p:cNvPr>
              <p:cNvSpPr/>
              <p:nvPr/>
            </p:nvSpPr>
            <p:spPr>
              <a:xfrm>
                <a:off x="7396162" y="3585495"/>
                <a:ext cx="929354" cy="9525"/>
              </a:xfrm>
              <a:custGeom>
                <a:avLst/>
                <a:gdLst/>
                <a:ahLst/>
                <a:cxnLst/>
                <a:rect l="l" t="t" r="r" b="b"/>
                <a:pathLst>
                  <a:path w="929354" h="9525" extrusionOk="0">
                    <a:moveTo>
                      <a:pt x="929354" y="0"/>
                    </a:moveTo>
                    <a:lnTo>
                      <a:pt x="0"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6" name="Google Shape;894;p28">
                <a:extLst>
                  <a:ext uri="{FF2B5EF4-FFF2-40B4-BE49-F238E27FC236}">
                    <a16:creationId xmlns:a16="http://schemas.microsoft.com/office/drawing/2014/main" id="{73B863EF-E235-808A-9F32-F96EB336E612}"/>
                  </a:ext>
                </a:extLst>
              </p:cNvPr>
              <p:cNvSpPr/>
              <p:nvPr/>
            </p:nvSpPr>
            <p:spPr>
              <a:xfrm>
                <a:off x="8312562" y="3573113"/>
                <a:ext cx="24764" cy="24765"/>
              </a:xfrm>
              <a:custGeom>
                <a:avLst/>
                <a:gdLst/>
                <a:ahLst/>
                <a:cxnLst/>
                <a:rect l="l" t="t" r="r" b="b"/>
                <a:pathLst>
                  <a:path w="24764" h="24765" extrusionOk="0">
                    <a:moveTo>
                      <a:pt x="12382" y="0"/>
                    </a:moveTo>
                    <a:cubicBezTo>
                      <a:pt x="19240" y="0"/>
                      <a:pt x="24765" y="5524"/>
                      <a:pt x="24765" y="12382"/>
                    </a:cubicBezTo>
                    <a:cubicBezTo>
                      <a:pt x="24765" y="19240"/>
                      <a:pt x="19240" y="24765"/>
                      <a:pt x="12382" y="24765"/>
                    </a:cubicBezTo>
                    <a:cubicBezTo>
                      <a:pt x="5524" y="24765"/>
                      <a:pt x="0" y="19240"/>
                      <a:pt x="0" y="12382"/>
                    </a:cubicBezTo>
                    <a:cubicBezTo>
                      <a:pt x="0" y="5524"/>
                      <a:pt x="5524" y="0"/>
                      <a:pt x="1238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895;p28">
                <a:extLst>
                  <a:ext uri="{FF2B5EF4-FFF2-40B4-BE49-F238E27FC236}">
                    <a16:creationId xmlns:a16="http://schemas.microsoft.com/office/drawing/2014/main" id="{CE6B2871-073F-3F89-5C99-1A836D06B6E5}"/>
                  </a:ext>
                </a:extLst>
              </p:cNvPr>
              <p:cNvSpPr/>
              <p:nvPr/>
            </p:nvSpPr>
            <p:spPr>
              <a:xfrm>
                <a:off x="7384446" y="3573113"/>
                <a:ext cx="24764" cy="24765"/>
              </a:xfrm>
              <a:custGeom>
                <a:avLst/>
                <a:gdLst/>
                <a:ahLst/>
                <a:cxnLst/>
                <a:rect l="l" t="t" r="r" b="b"/>
                <a:pathLst>
                  <a:path w="24764" h="24765" extrusionOk="0">
                    <a:moveTo>
                      <a:pt x="12382" y="0"/>
                    </a:moveTo>
                    <a:cubicBezTo>
                      <a:pt x="5524" y="0"/>
                      <a:pt x="0" y="5524"/>
                      <a:pt x="0" y="12382"/>
                    </a:cubicBezTo>
                    <a:cubicBezTo>
                      <a:pt x="0" y="19240"/>
                      <a:pt x="5524" y="24765"/>
                      <a:pt x="12382" y="24765"/>
                    </a:cubicBezTo>
                    <a:cubicBezTo>
                      <a:pt x="19240" y="24765"/>
                      <a:pt x="24765" y="19240"/>
                      <a:pt x="24765" y="12382"/>
                    </a:cubicBezTo>
                    <a:cubicBezTo>
                      <a:pt x="24765" y="5524"/>
                      <a:pt x="19240" y="0"/>
                      <a:pt x="1238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 name="Google Shape;896;p28">
              <a:extLst>
                <a:ext uri="{FF2B5EF4-FFF2-40B4-BE49-F238E27FC236}">
                  <a16:creationId xmlns:a16="http://schemas.microsoft.com/office/drawing/2014/main" id="{99E66DD7-6DEE-7F22-68EB-47C0414734F7}"/>
                </a:ext>
              </a:extLst>
            </p:cNvPr>
            <p:cNvGrpSpPr/>
            <p:nvPr/>
          </p:nvGrpSpPr>
          <p:grpSpPr>
            <a:xfrm>
              <a:off x="8348540" y="2013384"/>
              <a:ext cx="657643" cy="856749"/>
              <a:chOff x="-2" y="3134666"/>
              <a:chExt cx="498554" cy="649495"/>
            </a:xfrm>
          </p:grpSpPr>
          <p:grpSp>
            <p:nvGrpSpPr>
              <p:cNvPr id="950" name="Google Shape;897;p28">
                <a:extLst>
                  <a:ext uri="{FF2B5EF4-FFF2-40B4-BE49-F238E27FC236}">
                    <a16:creationId xmlns:a16="http://schemas.microsoft.com/office/drawing/2014/main" id="{A3F286B5-972D-C420-53F9-344D662F8D66}"/>
                  </a:ext>
                </a:extLst>
              </p:cNvPr>
              <p:cNvGrpSpPr/>
              <p:nvPr/>
            </p:nvGrpSpPr>
            <p:grpSpPr>
              <a:xfrm>
                <a:off x="-2" y="3134666"/>
                <a:ext cx="498554" cy="649495"/>
                <a:chOff x="895350" y="4265199"/>
                <a:chExt cx="598074" cy="779145"/>
              </a:xfrm>
            </p:grpSpPr>
            <p:sp>
              <p:nvSpPr>
                <p:cNvPr id="954" name="Google Shape;898;p28">
                  <a:extLst>
                    <a:ext uri="{FF2B5EF4-FFF2-40B4-BE49-F238E27FC236}">
                      <a16:creationId xmlns:a16="http://schemas.microsoft.com/office/drawing/2014/main" id="{1C34722B-9A36-210C-FE68-4607A36344DC}"/>
                    </a:ext>
                  </a:extLst>
                </p:cNvPr>
                <p:cNvSpPr/>
                <p:nvPr/>
              </p:nvSpPr>
              <p:spPr>
                <a:xfrm>
                  <a:off x="895350" y="4265199"/>
                  <a:ext cx="598074" cy="779145"/>
                </a:xfrm>
                <a:custGeom>
                  <a:avLst/>
                  <a:gdLst/>
                  <a:ahLst/>
                  <a:cxnLst/>
                  <a:rect l="l" t="t" r="r" b="b"/>
                  <a:pathLst>
                    <a:path w="598074" h="779145" extrusionOk="0">
                      <a:moveTo>
                        <a:pt x="557022" y="0"/>
                      </a:moveTo>
                      <a:cubicBezTo>
                        <a:pt x="579695" y="0"/>
                        <a:pt x="598075" y="18380"/>
                        <a:pt x="598075" y="41053"/>
                      </a:cubicBezTo>
                      <a:lnTo>
                        <a:pt x="598075" y="738092"/>
                      </a:lnTo>
                      <a:cubicBezTo>
                        <a:pt x="598075" y="760765"/>
                        <a:pt x="579695" y="779145"/>
                        <a:pt x="557022" y="779145"/>
                      </a:cubicBezTo>
                      <a:lnTo>
                        <a:pt x="41053" y="779145"/>
                      </a:lnTo>
                      <a:cubicBezTo>
                        <a:pt x="18380" y="779145"/>
                        <a:pt x="0" y="760765"/>
                        <a:pt x="0" y="738092"/>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55" name="Google Shape;899;p28">
                  <a:extLst>
                    <a:ext uri="{FF2B5EF4-FFF2-40B4-BE49-F238E27FC236}">
                      <a16:creationId xmlns:a16="http://schemas.microsoft.com/office/drawing/2014/main" id="{0BA36174-714E-95C2-6082-B3155E3723BD}"/>
                    </a:ext>
                  </a:extLst>
                </p:cNvPr>
                <p:cNvGrpSpPr/>
                <p:nvPr/>
              </p:nvGrpSpPr>
              <p:grpSpPr>
                <a:xfrm>
                  <a:off x="1284732" y="4296441"/>
                  <a:ext cx="164876" cy="41528"/>
                  <a:chOff x="1284732" y="4296441"/>
                  <a:chExt cx="164876" cy="41528"/>
                </a:xfrm>
              </p:grpSpPr>
              <p:sp>
                <p:nvSpPr>
                  <p:cNvPr id="956" name="Google Shape;900;p28">
                    <a:extLst>
                      <a:ext uri="{FF2B5EF4-FFF2-40B4-BE49-F238E27FC236}">
                        <a16:creationId xmlns:a16="http://schemas.microsoft.com/office/drawing/2014/main" id="{E4EE7A1A-EEEA-5DAB-1B00-AE99E13AAFD9}"/>
                      </a:ext>
                    </a:extLst>
                  </p:cNvPr>
                  <p:cNvSpPr/>
                  <p:nvPr/>
                </p:nvSpPr>
                <p:spPr>
                  <a:xfrm>
                    <a:off x="1408080" y="4296441"/>
                    <a:ext cx="41528" cy="41528"/>
                  </a:xfrm>
                  <a:custGeom>
                    <a:avLst/>
                    <a:gdLst/>
                    <a:ahLst/>
                    <a:cxnLst/>
                    <a:rect l="l" t="t" r="r" b="b"/>
                    <a:pathLst>
                      <a:path w="41528" h="41528" extrusionOk="0">
                        <a:moveTo>
                          <a:pt x="41529" y="20764"/>
                        </a:moveTo>
                        <a:cubicBezTo>
                          <a:pt x="41529" y="32290"/>
                          <a:pt x="32194" y="41529"/>
                          <a:pt x="20764" y="41529"/>
                        </a:cubicBezTo>
                        <a:cubicBezTo>
                          <a:pt x="9334" y="41529"/>
                          <a:pt x="0" y="32195"/>
                          <a:pt x="0" y="20764"/>
                        </a:cubicBezTo>
                        <a:cubicBezTo>
                          <a:pt x="0" y="9334"/>
                          <a:pt x="9334" y="0"/>
                          <a:pt x="20764" y="0"/>
                        </a:cubicBezTo>
                        <a:cubicBezTo>
                          <a:pt x="32194" y="0"/>
                          <a:pt x="41529" y="9334"/>
                          <a:pt x="41529" y="20764"/>
                        </a:cubicBezTo>
                        <a:close/>
                      </a:path>
                    </a:pathLst>
                  </a:custGeom>
                  <a:solidFill>
                    <a:schemeClr val="accent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7" name="Google Shape;901;p28">
                    <a:extLst>
                      <a:ext uri="{FF2B5EF4-FFF2-40B4-BE49-F238E27FC236}">
                        <a16:creationId xmlns:a16="http://schemas.microsoft.com/office/drawing/2014/main" id="{83F32B2B-E6AA-ACFE-5042-1F8C7463D534}"/>
                      </a:ext>
                    </a:extLst>
                  </p:cNvPr>
                  <p:cNvSpPr/>
                  <p:nvPr/>
                </p:nvSpPr>
                <p:spPr>
                  <a:xfrm>
                    <a:off x="1346358" y="4296441"/>
                    <a:ext cx="41529" cy="41528"/>
                  </a:xfrm>
                  <a:custGeom>
                    <a:avLst/>
                    <a:gdLst/>
                    <a:ahLst/>
                    <a:cxnLst/>
                    <a:rect l="l" t="t" r="r" b="b"/>
                    <a:pathLst>
                      <a:path w="41529" h="41528" extrusionOk="0">
                        <a:moveTo>
                          <a:pt x="41529" y="20764"/>
                        </a:moveTo>
                        <a:cubicBezTo>
                          <a:pt x="41529" y="32290"/>
                          <a:pt x="32195" y="41529"/>
                          <a:pt x="20765" y="41529"/>
                        </a:cubicBezTo>
                        <a:cubicBezTo>
                          <a:pt x="9335" y="41529"/>
                          <a:pt x="0" y="32195"/>
                          <a:pt x="0" y="20764"/>
                        </a:cubicBezTo>
                        <a:cubicBezTo>
                          <a:pt x="0" y="9334"/>
                          <a:pt x="9335" y="0"/>
                          <a:pt x="20765" y="0"/>
                        </a:cubicBezTo>
                        <a:cubicBezTo>
                          <a:pt x="32195" y="0"/>
                          <a:pt x="41529" y="9334"/>
                          <a:pt x="41529" y="20764"/>
                        </a:cubicBezTo>
                        <a:close/>
                      </a:path>
                    </a:pathLst>
                  </a:custGeom>
                  <a:solidFill>
                    <a:schemeClr val="accen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8" name="Google Shape;902;p28">
                    <a:extLst>
                      <a:ext uri="{FF2B5EF4-FFF2-40B4-BE49-F238E27FC236}">
                        <a16:creationId xmlns:a16="http://schemas.microsoft.com/office/drawing/2014/main" id="{73473BB1-D29F-6FB7-369A-8B640B8B9FB0}"/>
                      </a:ext>
                    </a:extLst>
                  </p:cNvPr>
                  <p:cNvSpPr/>
                  <p:nvPr/>
                </p:nvSpPr>
                <p:spPr>
                  <a:xfrm>
                    <a:off x="1284732" y="4296441"/>
                    <a:ext cx="41529" cy="41528"/>
                  </a:xfrm>
                  <a:custGeom>
                    <a:avLst/>
                    <a:gdLst/>
                    <a:ahLst/>
                    <a:cxnLst/>
                    <a:rect l="l" t="t" r="r" b="b"/>
                    <a:pathLst>
                      <a:path w="41529" h="41528" extrusionOk="0">
                        <a:moveTo>
                          <a:pt x="41529" y="20764"/>
                        </a:moveTo>
                        <a:cubicBezTo>
                          <a:pt x="41529" y="32290"/>
                          <a:pt x="32194" y="41529"/>
                          <a:pt x="20765" y="41529"/>
                        </a:cubicBezTo>
                        <a:cubicBezTo>
                          <a:pt x="9334" y="41529"/>
                          <a:pt x="0" y="32195"/>
                          <a:pt x="0" y="20764"/>
                        </a:cubicBezTo>
                        <a:cubicBezTo>
                          <a:pt x="0" y="9334"/>
                          <a:pt x="9334" y="0"/>
                          <a:pt x="20765" y="0"/>
                        </a:cubicBezTo>
                        <a:cubicBezTo>
                          <a:pt x="32194" y="0"/>
                          <a:pt x="41529" y="9334"/>
                          <a:pt x="41529" y="20764"/>
                        </a:cubicBezTo>
                        <a:close/>
                      </a:path>
                    </a:pathLst>
                  </a:custGeom>
                  <a:solidFill>
                    <a:schemeClr val="lt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51" name="Google Shape;903;p28">
                <a:extLst>
                  <a:ext uri="{FF2B5EF4-FFF2-40B4-BE49-F238E27FC236}">
                    <a16:creationId xmlns:a16="http://schemas.microsoft.com/office/drawing/2014/main" id="{D59863D0-5E7F-049C-14D6-2329D0945C0A}"/>
                  </a:ext>
                </a:extLst>
              </p:cNvPr>
              <p:cNvGrpSpPr/>
              <p:nvPr/>
            </p:nvGrpSpPr>
            <p:grpSpPr>
              <a:xfrm>
                <a:off x="59230" y="3269181"/>
                <a:ext cx="382391" cy="400020"/>
                <a:chOff x="966406" y="4426553"/>
                <a:chExt cx="458723" cy="479869"/>
              </a:xfrm>
            </p:grpSpPr>
            <p:sp>
              <p:nvSpPr>
                <p:cNvPr id="952" name="Google Shape;904;p28">
                  <a:extLst>
                    <a:ext uri="{FF2B5EF4-FFF2-40B4-BE49-F238E27FC236}">
                      <a16:creationId xmlns:a16="http://schemas.microsoft.com/office/drawing/2014/main" id="{28F3AD4C-3EA7-0DF7-CBE1-3945A4F1BDEB}"/>
                    </a:ext>
                  </a:extLst>
                </p:cNvPr>
                <p:cNvSpPr/>
                <p:nvPr/>
              </p:nvSpPr>
              <p:spPr>
                <a:xfrm>
                  <a:off x="966406" y="4697825"/>
                  <a:ext cx="456723" cy="208597"/>
                </a:xfrm>
                <a:custGeom>
                  <a:avLst/>
                  <a:gdLst/>
                  <a:ahLst/>
                  <a:cxnLst/>
                  <a:rect l="l" t="t" r="r" b="b"/>
                  <a:pathLst>
                    <a:path w="456723" h="208597" extrusionOk="0">
                      <a:moveTo>
                        <a:pt x="51340" y="93250"/>
                      </a:moveTo>
                      <a:lnTo>
                        <a:pt x="0" y="93250"/>
                      </a:lnTo>
                      <a:lnTo>
                        <a:pt x="0" y="115443"/>
                      </a:lnTo>
                      <a:lnTo>
                        <a:pt x="51340" y="115443"/>
                      </a:lnTo>
                      <a:lnTo>
                        <a:pt x="51340" y="93250"/>
                      </a:lnTo>
                      <a:close/>
                      <a:moveTo>
                        <a:pt x="236601" y="162020"/>
                      </a:moveTo>
                      <a:lnTo>
                        <a:pt x="376904" y="162020"/>
                      </a:lnTo>
                      <a:lnTo>
                        <a:pt x="376904" y="139827"/>
                      </a:lnTo>
                      <a:lnTo>
                        <a:pt x="236601" y="139827"/>
                      </a:lnTo>
                      <a:lnTo>
                        <a:pt x="236601" y="162020"/>
                      </a:lnTo>
                      <a:close/>
                      <a:moveTo>
                        <a:pt x="376809" y="0"/>
                      </a:moveTo>
                      <a:lnTo>
                        <a:pt x="48863" y="0"/>
                      </a:lnTo>
                      <a:lnTo>
                        <a:pt x="48863" y="22193"/>
                      </a:lnTo>
                      <a:lnTo>
                        <a:pt x="376809" y="22193"/>
                      </a:lnTo>
                      <a:lnTo>
                        <a:pt x="376809" y="0"/>
                      </a:lnTo>
                      <a:close/>
                      <a:moveTo>
                        <a:pt x="0" y="208597"/>
                      </a:moveTo>
                      <a:lnTo>
                        <a:pt x="127349" y="208597"/>
                      </a:lnTo>
                      <a:lnTo>
                        <a:pt x="127349" y="186404"/>
                      </a:lnTo>
                      <a:lnTo>
                        <a:pt x="0" y="186404"/>
                      </a:lnTo>
                      <a:lnTo>
                        <a:pt x="0" y="208597"/>
                      </a:lnTo>
                      <a:close/>
                      <a:moveTo>
                        <a:pt x="97917" y="46577"/>
                      </a:moveTo>
                      <a:lnTo>
                        <a:pt x="0" y="46577"/>
                      </a:lnTo>
                      <a:lnTo>
                        <a:pt x="0" y="68771"/>
                      </a:lnTo>
                      <a:lnTo>
                        <a:pt x="97917" y="68771"/>
                      </a:lnTo>
                      <a:lnTo>
                        <a:pt x="97917" y="46577"/>
                      </a:lnTo>
                      <a:close/>
                      <a:moveTo>
                        <a:pt x="67056" y="115348"/>
                      </a:moveTo>
                      <a:lnTo>
                        <a:pt x="265557" y="115348"/>
                      </a:lnTo>
                      <a:lnTo>
                        <a:pt x="265557" y="93154"/>
                      </a:lnTo>
                      <a:lnTo>
                        <a:pt x="67056" y="93154"/>
                      </a:lnTo>
                      <a:lnTo>
                        <a:pt x="67056" y="115348"/>
                      </a:lnTo>
                      <a:close/>
                      <a:moveTo>
                        <a:pt x="210026" y="139732"/>
                      </a:moveTo>
                      <a:lnTo>
                        <a:pt x="0" y="139732"/>
                      </a:lnTo>
                      <a:lnTo>
                        <a:pt x="0" y="161925"/>
                      </a:lnTo>
                      <a:lnTo>
                        <a:pt x="210122" y="161925"/>
                      </a:lnTo>
                      <a:lnTo>
                        <a:pt x="210122" y="139732"/>
                      </a:lnTo>
                      <a:close/>
                      <a:moveTo>
                        <a:pt x="281369" y="115348"/>
                      </a:moveTo>
                      <a:lnTo>
                        <a:pt x="456724" y="115348"/>
                      </a:lnTo>
                      <a:lnTo>
                        <a:pt x="456724" y="93154"/>
                      </a:lnTo>
                      <a:lnTo>
                        <a:pt x="281369" y="93154"/>
                      </a:lnTo>
                      <a:lnTo>
                        <a:pt x="281369" y="115348"/>
                      </a:lnTo>
                      <a:close/>
                      <a:moveTo>
                        <a:pt x="124397" y="68771"/>
                      </a:moveTo>
                      <a:lnTo>
                        <a:pt x="456629" y="68771"/>
                      </a:lnTo>
                      <a:lnTo>
                        <a:pt x="456629" y="46577"/>
                      </a:lnTo>
                      <a:lnTo>
                        <a:pt x="124397" y="46577"/>
                      </a:lnTo>
                      <a:lnTo>
                        <a:pt x="124397" y="68771"/>
                      </a:lnTo>
                      <a:close/>
                      <a:moveTo>
                        <a:pt x="390144" y="0"/>
                      </a:moveTo>
                      <a:lnTo>
                        <a:pt x="390144" y="22193"/>
                      </a:lnTo>
                      <a:lnTo>
                        <a:pt x="456629" y="22193"/>
                      </a:lnTo>
                      <a:lnTo>
                        <a:pt x="456629" y="0"/>
                      </a:lnTo>
                      <a:lnTo>
                        <a:pt x="390144" y="0"/>
                      </a:lnTo>
                      <a:close/>
                      <a:moveTo>
                        <a:pt x="403289" y="162020"/>
                      </a:moveTo>
                      <a:lnTo>
                        <a:pt x="456629" y="162020"/>
                      </a:lnTo>
                      <a:lnTo>
                        <a:pt x="456629" y="139827"/>
                      </a:lnTo>
                      <a:lnTo>
                        <a:pt x="403289" y="139827"/>
                      </a:lnTo>
                      <a:lnTo>
                        <a:pt x="403289" y="162020"/>
                      </a:lnTo>
                      <a:close/>
                      <a:moveTo>
                        <a:pt x="153734" y="208597"/>
                      </a:moveTo>
                      <a:lnTo>
                        <a:pt x="284893" y="208597"/>
                      </a:lnTo>
                      <a:lnTo>
                        <a:pt x="284893" y="186404"/>
                      </a:lnTo>
                      <a:lnTo>
                        <a:pt x="153734" y="186404"/>
                      </a:lnTo>
                      <a:lnTo>
                        <a:pt x="153734" y="208597"/>
                      </a:lnTo>
                      <a:close/>
                      <a:moveTo>
                        <a:pt x="300704" y="208597"/>
                      </a:moveTo>
                      <a:lnTo>
                        <a:pt x="400622" y="208597"/>
                      </a:lnTo>
                      <a:lnTo>
                        <a:pt x="400622" y="186404"/>
                      </a:lnTo>
                      <a:lnTo>
                        <a:pt x="300704" y="186404"/>
                      </a:lnTo>
                      <a:lnTo>
                        <a:pt x="300704" y="208597"/>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3" name="Google Shape;905;p28">
                  <a:extLst>
                    <a:ext uri="{FF2B5EF4-FFF2-40B4-BE49-F238E27FC236}">
                      <a16:creationId xmlns:a16="http://schemas.microsoft.com/office/drawing/2014/main" id="{1549B743-B729-76F4-64FA-07B90AE608DB}"/>
                    </a:ext>
                  </a:extLst>
                </p:cNvPr>
                <p:cNvSpPr/>
                <p:nvPr/>
              </p:nvSpPr>
              <p:spPr>
                <a:xfrm>
                  <a:off x="972883" y="4426553"/>
                  <a:ext cx="452246" cy="230219"/>
                </a:xfrm>
                <a:custGeom>
                  <a:avLst/>
                  <a:gdLst/>
                  <a:ahLst/>
                  <a:cxnLst/>
                  <a:rect l="l" t="t" r="r" b="b"/>
                  <a:pathLst>
                    <a:path w="452246" h="230219" extrusionOk="0">
                      <a:moveTo>
                        <a:pt x="0" y="0"/>
                      </a:moveTo>
                      <a:lnTo>
                        <a:pt x="452247" y="0"/>
                      </a:lnTo>
                      <a:lnTo>
                        <a:pt x="452247" y="230219"/>
                      </a:lnTo>
                      <a:lnTo>
                        <a:pt x="0" y="230219"/>
                      </a:ln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6" name="Google Shape;906;p28">
              <a:extLst>
                <a:ext uri="{FF2B5EF4-FFF2-40B4-BE49-F238E27FC236}">
                  <a16:creationId xmlns:a16="http://schemas.microsoft.com/office/drawing/2014/main" id="{F0C2BA08-696F-AECA-0290-D05B3EAB99DD}"/>
                </a:ext>
              </a:extLst>
            </p:cNvPr>
            <p:cNvGrpSpPr/>
            <p:nvPr/>
          </p:nvGrpSpPr>
          <p:grpSpPr>
            <a:xfrm>
              <a:off x="5165167" y="2950875"/>
              <a:ext cx="645598" cy="1166771"/>
              <a:chOff x="5165167" y="2950875"/>
              <a:chExt cx="645598" cy="1166771"/>
            </a:xfrm>
          </p:grpSpPr>
          <p:grpSp>
            <p:nvGrpSpPr>
              <p:cNvPr id="17" name="Google Shape;907;p28">
                <a:extLst>
                  <a:ext uri="{FF2B5EF4-FFF2-40B4-BE49-F238E27FC236}">
                    <a16:creationId xmlns:a16="http://schemas.microsoft.com/office/drawing/2014/main" id="{5301A779-B561-550C-D524-44F9DAE0D467}"/>
                  </a:ext>
                </a:extLst>
              </p:cNvPr>
              <p:cNvGrpSpPr/>
              <p:nvPr/>
            </p:nvGrpSpPr>
            <p:grpSpPr>
              <a:xfrm>
                <a:off x="5165167" y="2950875"/>
                <a:ext cx="645598" cy="1166771"/>
                <a:chOff x="1024660" y="3708890"/>
                <a:chExt cx="489423" cy="884520"/>
              </a:xfrm>
            </p:grpSpPr>
            <p:grpSp>
              <p:nvGrpSpPr>
                <p:cNvPr id="19" name="Google Shape;908;p28">
                  <a:extLst>
                    <a:ext uri="{FF2B5EF4-FFF2-40B4-BE49-F238E27FC236}">
                      <a16:creationId xmlns:a16="http://schemas.microsoft.com/office/drawing/2014/main" id="{329551A5-2001-BB98-F5B2-B00D682F5341}"/>
                    </a:ext>
                  </a:extLst>
                </p:cNvPr>
                <p:cNvGrpSpPr/>
                <p:nvPr/>
              </p:nvGrpSpPr>
              <p:grpSpPr>
                <a:xfrm>
                  <a:off x="1024660" y="3708890"/>
                  <a:ext cx="489423" cy="884520"/>
                  <a:chOff x="2124551" y="4954047"/>
                  <a:chExt cx="587120" cy="1061085"/>
                </a:xfrm>
              </p:grpSpPr>
              <p:sp>
                <p:nvSpPr>
                  <p:cNvPr id="948" name="Google Shape;909;p28">
                    <a:extLst>
                      <a:ext uri="{FF2B5EF4-FFF2-40B4-BE49-F238E27FC236}">
                        <a16:creationId xmlns:a16="http://schemas.microsoft.com/office/drawing/2014/main" id="{9A5B6592-17BB-5CDD-6D89-ED97C94695D1}"/>
                      </a:ext>
                    </a:extLst>
                  </p:cNvPr>
                  <p:cNvSpPr/>
                  <p:nvPr/>
                </p:nvSpPr>
                <p:spPr>
                  <a:xfrm>
                    <a:off x="2124551" y="4954047"/>
                    <a:ext cx="587120" cy="1061085"/>
                  </a:xfrm>
                  <a:custGeom>
                    <a:avLst/>
                    <a:gdLst/>
                    <a:ahLst/>
                    <a:cxnLst/>
                    <a:rect l="l" t="t" r="r" b="b"/>
                    <a:pathLst>
                      <a:path w="587120" h="1061085" extrusionOk="0">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9" name="Google Shape;910;p28">
                    <a:extLst>
                      <a:ext uri="{FF2B5EF4-FFF2-40B4-BE49-F238E27FC236}">
                        <a16:creationId xmlns:a16="http://schemas.microsoft.com/office/drawing/2014/main" id="{1FB593A7-C48E-F935-97B4-BB727C961445}"/>
                      </a:ext>
                    </a:extLst>
                  </p:cNvPr>
                  <p:cNvSpPr/>
                  <p:nvPr/>
                </p:nvSpPr>
                <p:spPr>
                  <a:xfrm>
                    <a:off x="2339530" y="4987099"/>
                    <a:ext cx="157162" cy="25527"/>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 name="Google Shape;911;p28">
                  <a:extLst>
                    <a:ext uri="{FF2B5EF4-FFF2-40B4-BE49-F238E27FC236}">
                      <a16:creationId xmlns:a16="http://schemas.microsoft.com/office/drawing/2014/main" id="{4CE7E847-1D5D-44FB-3FF5-A3F95A4CB086}"/>
                    </a:ext>
                  </a:extLst>
                </p:cNvPr>
                <p:cNvSpPr/>
                <p:nvPr/>
              </p:nvSpPr>
              <p:spPr>
                <a:xfrm>
                  <a:off x="1059199" y="3818860"/>
                  <a:ext cx="419712" cy="647607"/>
                </a:xfrm>
                <a:custGeom>
                  <a:avLst/>
                  <a:gdLst/>
                  <a:ahLst/>
                  <a:cxnLst/>
                  <a:rect l="l" t="t" r="r" b="b"/>
                  <a:pathLst>
                    <a:path w="504158" h="777906" extrusionOk="0">
                      <a:moveTo>
                        <a:pt x="0" y="0"/>
                      </a:moveTo>
                      <a:lnTo>
                        <a:pt x="504158" y="0"/>
                      </a:lnTo>
                      <a:lnTo>
                        <a:pt x="504158" y="777907"/>
                      </a:lnTo>
                      <a:lnTo>
                        <a:pt x="0" y="777907"/>
                      </a:ln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 name="Google Shape;912;p28">
                  <a:extLst>
                    <a:ext uri="{FF2B5EF4-FFF2-40B4-BE49-F238E27FC236}">
                      <a16:creationId xmlns:a16="http://schemas.microsoft.com/office/drawing/2014/main" id="{A4046262-ED78-6C77-D345-47E5CD75214A}"/>
                    </a:ext>
                  </a:extLst>
                </p:cNvPr>
                <p:cNvGrpSpPr/>
                <p:nvPr/>
              </p:nvGrpSpPr>
              <p:grpSpPr>
                <a:xfrm>
                  <a:off x="1108189" y="4182116"/>
                  <a:ext cx="322524" cy="131011"/>
                  <a:chOff x="2224754" y="5521737"/>
                  <a:chExt cx="386905" cy="157163"/>
                </a:xfrm>
              </p:grpSpPr>
              <p:grpSp>
                <p:nvGrpSpPr>
                  <p:cNvPr id="25" name="Google Shape;913;p28">
                    <a:extLst>
                      <a:ext uri="{FF2B5EF4-FFF2-40B4-BE49-F238E27FC236}">
                        <a16:creationId xmlns:a16="http://schemas.microsoft.com/office/drawing/2014/main" id="{ACC9AD79-998D-6A55-3D56-044A98CEA950}"/>
                      </a:ext>
                    </a:extLst>
                  </p:cNvPr>
                  <p:cNvGrpSpPr/>
                  <p:nvPr/>
                </p:nvGrpSpPr>
                <p:grpSpPr>
                  <a:xfrm>
                    <a:off x="2224754" y="5521737"/>
                    <a:ext cx="386905" cy="157163"/>
                    <a:chOff x="2224754" y="5521737"/>
                    <a:chExt cx="386905" cy="157163"/>
                  </a:xfrm>
                </p:grpSpPr>
                <p:grpSp>
                  <p:nvGrpSpPr>
                    <p:cNvPr id="942" name="Google Shape;914;p28">
                      <a:extLst>
                        <a:ext uri="{FF2B5EF4-FFF2-40B4-BE49-F238E27FC236}">
                          <a16:creationId xmlns:a16="http://schemas.microsoft.com/office/drawing/2014/main" id="{4163B159-757B-5D8F-3178-469550B289FF}"/>
                        </a:ext>
                      </a:extLst>
                    </p:cNvPr>
                    <p:cNvGrpSpPr/>
                    <p:nvPr/>
                  </p:nvGrpSpPr>
                  <p:grpSpPr>
                    <a:xfrm>
                      <a:off x="2224754" y="5521737"/>
                      <a:ext cx="386905" cy="65532"/>
                      <a:chOff x="2224754" y="5521737"/>
                      <a:chExt cx="386905" cy="65532"/>
                    </a:xfrm>
                  </p:grpSpPr>
                  <p:sp>
                    <p:nvSpPr>
                      <p:cNvPr id="946" name="Google Shape;915;p28">
                        <a:extLst>
                          <a:ext uri="{FF2B5EF4-FFF2-40B4-BE49-F238E27FC236}">
                            <a16:creationId xmlns:a16="http://schemas.microsoft.com/office/drawing/2014/main" id="{BCE30464-29CD-C11D-F2D0-ECB35BF08CAA}"/>
                          </a:ext>
                        </a:extLst>
                      </p:cNvPr>
                      <p:cNvSpPr/>
                      <p:nvPr/>
                    </p:nvSpPr>
                    <p:spPr>
                      <a:xfrm>
                        <a:off x="2224754" y="5521737"/>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7" name="Google Shape;916;p28">
                        <a:extLst>
                          <a:ext uri="{FF2B5EF4-FFF2-40B4-BE49-F238E27FC236}">
                            <a16:creationId xmlns:a16="http://schemas.microsoft.com/office/drawing/2014/main" id="{5BC668D6-F3CE-8C26-36F8-96F85F1D6C47}"/>
                          </a:ext>
                        </a:extLst>
                      </p:cNvPr>
                      <p:cNvSpPr/>
                      <p:nvPr/>
                    </p:nvSpPr>
                    <p:spPr>
                      <a:xfrm>
                        <a:off x="2237422" y="5534405"/>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43" name="Google Shape;917;p28">
                      <a:extLst>
                        <a:ext uri="{FF2B5EF4-FFF2-40B4-BE49-F238E27FC236}">
                          <a16:creationId xmlns:a16="http://schemas.microsoft.com/office/drawing/2014/main" id="{1B385BFD-CA74-59C5-B201-B738276C41A0}"/>
                        </a:ext>
                      </a:extLst>
                    </p:cNvPr>
                    <p:cNvGrpSpPr/>
                    <p:nvPr/>
                  </p:nvGrpSpPr>
                  <p:grpSpPr>
                    <a:xfrm>
                      <a:off x="2224754" y="5613368"/>
                      <a:ext cx="386905" cy="65532"/>
                      <a:chOff x="2224754" y="5613368"/>
                      <a:chExt cx="386905" cy="65532"/>
                    </a:xfrm>
                  </p:grpSpPr>
                  <p:sp>
                    <p:nvSpPr>
                      <p:cNvPr id="944" name="Google Shape;918;p28">
                        <a:extLst>
                          <a:ext uri="{FF2B5EF4-FFF2-40B4-BE49-F238E27FC236}">
                            <a16:creationId xmlns:a16="http://schemas.microsoft.com/office/drawing/2014/main" id="{C2B85B31-6EA1-712C-96A8-66A76AFF8E32}"/>
                          </a:ext>
                        </a:extLst>
                      </p:cNvPr>
                      <p:cNvSpPr/>
                      <p:nvPr/>
                    </p:nvSpPr>
                    <p:spPr>
                      <a:xfrm>
                        <a:off x="2224754" y="5613368"/>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5" name="Google Shape;919;p28">
                        <a:extLst>
                          <a:ext uri="{FF2B5EF4-FFF2-40B4-BE49-F238E27FC236}">
                            <a16:creationId xmlns:a16="http://schemas.microsoft.com/office/drawing/2014/main" id="{17023EE8-BF91-E274-61B4-12CC6A53CC76}"/>
                          </a:ext>
                        </a:extLst>
                      </p:cNvPr>
                      <p:cNvSpPr/>
                      <p:nvPr/>
                    </p:nvSpPr>
                    <p:spPr>
                      <a:xfrm>
                        <a:off x="2237422" y="5626036"/>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6" name="Google Shape;920;p28">
                    <a:extLst>
                      <a:ext uri="{FF2B5EF4-FFF2-40B4-BE49-F238E27FC236}">
                        <a16:creationId xmlns:a16="http://schemas.microsoft.com/office/drawing/2014/main" id="{EABD3B89-93D8-8C2B-A9D0-C40218E9DD44}"/>
                      </a:ext>
                    </a:extLst>
                  </p:cNvPr>
                  <p:cNvGrpSpPr/>
                  <p:nvPr/>
                </p:nvGrpSpPr>
                <p:grpSpPr>
                  <a:xfrm>
                    <a:off x="2336863" y="5554217"/>
                    <a:ext cx="177355" cy="15050"/>
                    <a:chOff x="2336863" y="5554217"/>
                    <a:chExt cx="177355" cy="15050"/>
                  </a:xfrm>
                </p:grpSpPr>
                <p:sp>
                  <p:nvSpPr>
                    <p:cNvPr id="937" name="Google Shape;921;p28">
                      <a:extLst>
                        <a:ext uri="{FF2B5EF4-FFF2-40B4-BE49-F238E27FC236}">
                          <a16:creationId xmlns:a16="http://schemas.microsoft.com/office/drawing/2014/main" id="{5C1ADE9C-A809-6F07-0B8E-69C939508D2F}"/>
                        </a:ext>
                      </a:extLst>
                    </p:cNvPr>
                    <p:cNvSpPr/>
                    <p:nvPr/>
                  </p:nvSpPr>
                  <p:spPr>
                    <a:xfrm>
                      <a:off x="2336863" y="5554218"/>
                      <a:ext cx="15049" cy="15049"/>
                    </a:xfrm>
                    <a:custGeom>
                      <a:avLst/>
                      <a:gdLst/>
                      <a:ahLst/>
                      <a:cxnLst/>
                      <a:rect l="l" t="t" r="r" b="b"/>
                      <a:pathLst>
                        <a:path w="15049" h="15049" extrusionOk="0">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8" name="Google Shape;922;p28">
                      <a:extLst>
                        <a:ext uri="{FF2B5EF4-FFF2-40B4-BE49-F238E27FC236}">
                          <a16:creationId xmlns:a16="http://schemas.microsoft.com/office/drawing/2014/main" id="{668DD457-E11F-802C-B718-E14408C426F5}"/>
                        </a:ext>
                      </a:extLst>
                    </p:cNvPr>
                    <p:cNvSpPr/>
                    <p:nvPr/>
                  </p:nvSpPr>
                  <p:spPr>
                    <a:xfrm>
                      <a:off x="2377440" y="5554217"/>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9" name="Google Shape;923;p28">
                      <a:extLst>
                        <a:ext uri="{FF2B5EF4-FFF2-40B4-BE49-F238E27FC236}">
                          <a16:creationId xmlns:a16="http://schemas.microsoft.com/office/drawing/2014/main" id="{1ECB500C-418A-8F77-09BE-7C10F7F5D332}"/>
                        </a:ext>
                      </a:extLst>
                    </p:cNvPr>
                    <p:cNvSpPr/>
                    <p:nvPr/>
                  </p:nvSpPr>
                  <p:spPr>
                    <a:xfrm>
                      <a:off x="2418016"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0" name="Google Shape;924;p28">
                      <a:extLst>
                        <a:ext uri="{FF2B5EF4-FFF2-40B4-BE49-F238E27FC236}">
                          <a16:creationId xmlns:a16="http://schemas.microsoft.com/office/drawing/2014/main" id="{2F6FB1A8-1E27-117A-8768-6437DCB29711}"/>
                        </a:ext>
                      </a:extLst>
                    </p:cNvPr>
                    <p:cNvSpPr/>
                    <p:nvPr/>
                  </p:nvSpPr>
                  <p:spPr>
                    <a:xfrm>
                      <a:off x="2458593" y="5554218"/>
                      <a:ext cx="15049" cy="15049"/>
                    </a:xfrm>
                    <a:custGeom>
                      <a:avLst/>
                      <a:gdLst/>
                      <a:ahLst/>
                      <a:cxnLst/>
                      <a:rect l="l" t="t" r="r" b="b"/>
                      <a:pathLst>
                        <a:path w="15049" h="15049" extrusionOk="0">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1" name="Google Shape;925;p28">
                      <a:extLst>
                        <a:ext uri="{FF2B5EF4-FFF2-40B4-BE49-F238E27FC236}">
                          <a16:creationId xmlns:a16="http://schemas.microsoft.com/office/drawing/2014/main" id="{69266F77-74C1-0C25-B274-4DE3FE8F630F}"/>
                        </a:ext>
                      </a:extLst>
                    </p:cNvPr>
                    <p:cNvSpPr/>
                    <p:nvPr/>
                  </p:nvSpPr>
                  <p:spPr>
                    <a:xfrm>
                      <a:off x="2499169"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7" name="Google Shape;926;p28">
                    <a:extLst>
                      <a:ext uri="{FF2B5EF4-FFF2-40B4-BE49-F238E27FC236}">
                        <a16:creationId xmlns:a16="http://schemas.microsoft.com/office/drawing/2014/main" id="{4FDB5AC7-E7AB-BA8E-0F27-739CE166F98A}"/>
                      </a:ext>
                    </a:extLst>
                  </p:cNvPr>
                  <p:cNvGrpSpPr/>
                  <p:nvPr/>
                </p:nvGrpSpPr>
                <p:grpSpPr>
                  <a:xfrm>
                    <a:off x="2336863" y="5641848"/>
                    <a:ext cx="177355" cy="15049"/>
                    <a:chOff x="2336863" y="5641848"/>
                    <a:chExt cx="177355" cy="15049"/>
                  </a:xfrm>
                </p:grpSpPr>
                <p:sp>
                  <p:nvSpPr>
                    <p:cNvPr id="28" name="Google Shape;927;p28">
                      <a:extLst>
                        <a:ext uri="{FF2B5EF4-FFF2-40B4-BE49-F238E27FC236}">
                          <a16:creationId xmlns:a16="http://schemas.microsoft.com/office/drawing/2014/main" id="{1F1A540A-7BA6-7A8B-373C-CC005E03FDF4}"/>
                        </a:ext>
                      </a:extLst>
                    </p:cNvPr>
                    <p:cNvSpPr/>
                    <p:nvPr/>
                  </p:nvSpPr>
                  <p:spPr>
                    <a:xfrm>
                      <a:off x="2336863"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928;p28">
                      <a:extLst>
                        <a:ext uri="{FF2B5EF4-FFF2-40B4-BE49-F238E27FC236}">
                          <a16:creationId xmlns:a16="http://schemas.microsoft.com/office/drawing/2014/main" id="{AA3000AC-D2DF-B4A7-CAB6-DAD1960B7A94}"/>
                        </a:ext>
                      </a:extLst>
                    </p:cNvPr>
                    <p:cNvSpPr/>
                    <p:nvPr/>
                  </p:nvSpPr>
                  <p:spPr>
                    <a:xfrm>
                      <a:off x="2377440" y="5641848"/>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929;p28">
                      <a:extLst>
                        <a:ext uri="{FF2B5EF4-FFF2-40B4-BE49-F238E27FC236}">
                          <a16:creationId xmlns:a16="http://schemas.microsoft.com/office/drawing/2014/main" id="{D17A7D97-8E41-62DF-B116-DF5920833F56}"/>
                        </a:ext>
                      </a:extLst>
                    </p:cNvPr>
                    <p:cNvSpPr/>
                    <p:nvPr/>
                  </p:nvSpPr>
                  <p:spPr>
                    <a:xfrm>
                      <a:off x="2418016"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930;p28">
                      <a:extLst>
                        <a:ext uri="{FF2B5EF4-FFF2-40B4-BE49-F238E27FC236}">
                          <a16:creationId xmlns:a16="http://schemas.microsoft.com/office/drawing/2014/main" id="{4D1AB682-87C5-D12A-6097-317A965AABDE}"/>
                        </a:ext>
                      </a:extLst>
                    </p:cNvPr>
                    <p:cNvSpPr/>
                    <p:nvPr/>
                  </p:nvSpPr>
                  <p:spPr>
                    <a:xfrm>
                      <a:off x="2458592"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6" name="Google Shape;931;p28">
                      <a:extLst>
                        <a:ext uri="{FF2B5EF4-FFF2-40B4-BE49-F238E27FC236}">
                          <a16:creationId xmlns:a16="http://schemas.microsoft.com/office/drawing/2014/main" id="{CFCFE2E3-CDB4-3FCA-A477-3BEF1572773A}"/>
                        </a:ext>
                      </a:extLst>
                    </p:cNvPr>
                    <p:cNvSpPr/>
                    <p:nvPr/>
                  </p:nvSpPr>
                  <p:spPr>
                    <a:xfrm>
                      <a:off x="2499169"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2" name="Google Shape;932;p28">
                  <a:extLst>
                    <a:ext uri="{FF2B5EF4-FFF2-40B4-BE49-F238E27FC236}">
                      <a16:creationId xmlns:a16="http://schemas.microsoft.com/office/drawing/2014/main" id="{AFD0FC98-0286-7F28-5BC4-0E7AB014DBCC}"/>
                    </a:ext>
                  </a:extLst>
                </p:cNvPr>
                <p:cNvGrpSpPr/>
                <p:nvPr/>
              </p:nvGrpSpPr>
              <p:grpSpPr>
                <a:xfrm>
                  <a:off x="1161625" y="3903897"/>
                  <a:ext cx="215413" cy="215333"/>
                  <a:chOff x="2288857" y="5187981"/>
                  <a:chExt cx="258413" cy="258317"/>
                </a:xfrm>
              </p:grpSpPr>
              <p:sp>
                <p:nvSpPr>
                  <p:cNvPr id="23" name="Google Shape;933;p28">
                    <a:extLst>
                      <a:ext uri="{FF2B5EF4-FFF2-40B4-BE49-F238E27FC236}">
                        <a16:creationId xmlns:a16="http://schemas.microsoft.com/office/drawing/2014/main" id="{EDEF93F3-8CEA-FFD7-0897-AEC792175A0E}"/>
                      </a:ext>
                    </a:extLst>
                  </p:cNvPr>
                  <p:cNvSpPr/>
                  <p:nvPr/>
                </p:nvSpPr>
                <p:spPr>
                  <a:xfrm>
                    <a:off x="2288857" y="5187981"/>
                    <a:ext cx="258413" cy="258317"/>
                  </a:xfrm>
                  <a:custGeom>
                    <a:avLst/>
                    <a:gdLst/>
                    <a:ahLst/>
                    <a:cxnLst/>
                    <a:rect l="l" t="t" r="r" b="b"/>
                    <a:pathLst>
                      <a:path w="258413" h="258317" extrusionOk="0">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934;p28">
                    <a:extLst>
                      <a:ext uri="{FF2B5EF4-FFF2-40B4-BE49-F238E27FC236}">
                        <a16:creationId xmlns:a16="http://schemas.microsoft.com/office/drawing/2014/main" id="{5F0FACB5-70B1-A247-B637-841590F6053E}"/>
                      </a:ext>
                    </a:extLst>
                  </p:cNvPr>
                  <p:cNvSpPr/>
                  <p:nvPr/>
                </p:nvSpPr>
                <p:spPr>
                  <a:xfrm>
                    <a:off x="2316956" y="5234082"/>
                    <a:ext cx="202501" cy="212216"/>
                  </a:xfrm>
                  <a:custGeom>
                    <a:avLst/>
                    <a:gdLst/>
                    <a:ahLst/>
                    <a:cxnLst/>
                    <a:rect l="l" t="t" r="r" b="b"/>
                    <a:pathLst>
                      <a:path w="202501" h="212216" extrusionOk="0">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8" name="Google Shape;935;p28">
                <a:extLst>
                  <a:ext uri="{FF2B5EF4-FFF2-40B4-BE49-F238E27FC236}">
                    <a16:creationId xmlns:a16="http://schemas.microsoft.com/office/drawing/2014/main" id="{EBFFF852-C8D9-5E06-E981-5D2AB823B96C}"/>
                  </a:ext>
                </a:extLst>
              </p:cNvPr>
              <p:cNvSpPr/>
              <p:nvPr/>
            </p:nvSpPr>
            <p:spPr>
              <a:xfrm>
                <a:off x="5401558" y="4012919"/>
                <a:ext cx="172878" cy="28080"/>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cxnSp>
        <p:nvCxnSpPr>
          <p:cNvPr id="1068" name="Google Shape;165;p38">
            <a:extLst>
              <a:ext uri="{FF2B5EF4-FFF2-40B4-BE49-F238E27FC236}">
                <a16:creationId xmlns:a16="http://schemas.microsoft.com/office/drawing/2014/main" id="{B561396F-9441-8768-C4AC-7C206A8C86CA}"/>
              </a:ext>
            </a:extLst>
          </p:cNvPr>
          <p:cNvCxnSpPr>
            <a:cxnSpLocks/>
          </p:cNvCxnSpPr>
          <p:nvPr/>
        </p:nvCxnSpPr>
        <p:spPr>
          <a:xfrm>
            <a:off x="3604119" y="2232534"/>
            <a:ext cx="5902760"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1070" name="Picture 1069">
            <a:extLst>
              <a:ext uri="{FF2B5EF4-FFF2-40B4-BE49-F238E27FC236}">
                <a16:creationId xmlns:a16="http://schemas.microsoft.com/office/drawing/2014/main" id="{71ACA752-8ECC-C229-AA18-377156241D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576"/>
            <a:ext cx="2754667" cy="2194235"/>
          </a:xfrm>
          <a:prstGeom prst="rect">
            <a:avLst/>
          </a:prstGeom>
        </p:spPr>
      </p:pic>
      <p:sp>
        <p:nvSpPr>
          <p:cNvPr id="1071" name="Google Shape;754;p28">
            <a:extLst>
              <a:ext uri="{FF2B5EF4-FFF2-40B4-BE49-F238E27FC236}">
                <a16:creationId xmlns:a16="http://schemas.microsoft.com/office/drawing/2014/main" id="{142EDB40-6958-C9DA-2832-7A7FF94374C4}"/>
              </a:ext>
            </a:extLst>
          </p:cNvPr>
          <p:cNvSpPr/>
          <p:nvPr/>
        </p:nvSpPr>
        <p:spPr>
          <a:xfrm rot="11949671">
            <a:off x="-2059746" y="2570889"/>
            <a:ext cx="6406046" cy="6610211"/>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121900" tIns="121900" rIns="121900" bIns="121900" anchor="ctr" anchorCtr="0">
            <a:noAutofit/>
          </a:bodyPr>
          <a:lstStyle/>
          <a:p>
            <a:endParaRPr sz="2400"/>
          </a:p>
        </p:txBody>
      </p:sp>
      <p:pic>
        <p:nvPicPr>
          <p:cNvPr id="1075" name="Picture 1074">
            <a:extLst>
              <a:ext uri="{FF2B5EF4-FFF2-40B4-BE49-F238E27FC236}">
                <a16:creationId xmlns:a16="http://schemas.microsoft.com/office/drawing/2014/main" id="{31283182-F9EC-E606-597A-8069C3E84A5A}"/>
              </a:ext>
            </a:extLst>
          </p:cNvPr>
          <p:cNvPicPr>
            <a:picLocks noChangeAspect="1"/>
          </p:cNvPicPr>
          <p:nvPr/>
        </p:nvPicPr>
        <p:blipFill>
          <a:blip r:embed="rId4"/>
          <a:stretch>
            <a:fillRect/>
          </a:stretch>
        </p:blipFill>
        <p:spPr>
          <a:xfrm>
            <a:off x="357187" y="4327607"/>
            <a:ext cx="1724025" cy="981075"/>
          </a:xfrm>
          <a:prstGeom prst="rect">
            <a:avLst/>
          </a:prstGeom>
        </p:spPr>
      </p:pic>
      <p:pic>
        <p:nvPicPr>
          <p:cNvPr id="1076" name="Picture 1075">
            <a:extLst>
              <a:ext uri="{FF2B5EF4-FFF2-40B4-BE49-F238E27FC236}">
                <a16:creationId xmlns:a16="http://schemas.microsoft.com/office/drawing/2014/main" id="{E19FFA6D-7071-D4FF-42AE-C2A9340BF010}"/>
              </a:ext>
            </a:extLst>
          </p:cNvPr>
          <p:cNvPicPr>
            <a:picLocks noChangeAspect="1"/>
          </p:cNvPicPr>
          <p:nvPr/>
        </p:nvPicPr>
        <p:blipFill>
          <a:blip r:embed="rId4"/>
          <a:stretch>
            <a:fillRect/>
          </a:stretch>
        </p:blipFill>
        <p:spPr>
          <a:xfrm rot="10800000">
            <a:off x="300856" y="5234001"/>
            <a:ext cx="1724025" cy="981075"/>
          </a:xfrm>
          <a:prstGeom prst="rect">
            <a:avLst/>
          </a:prstGeom>
        </p:spPr>
      </p:pic>
      <p:sp>
        <p:nvSpPr>
          <p:cNvPr id="189" name="Google Shape;756;p28">
            <a:extLst>
              <a:ext uri="{FF2B5EF4-FFF2-40B4-BE49-F238E27FC236}">
                <a16:creationId xmlns:a16="http://schemas.microsoft.com/office/drawing/2014/main" id="{7D366E13-0AF7-4728-ADC3-5E182FA28C04}"/>
              </a:ext>
            </a:extLst>
          </p:cNvPr>
          <p:cNvSpPr txBox="1">
            <a:spLocks/>
          </p:cNvSpPr>
          <p:nvPr/>
        </p:nvSpPr>
        <p:spPr>
          <a:xfrm>
            <a:off x="-401596" y="6339615"/>
            <a:ext cx="7100492" cy="634400"/>
          </a:xfrm>
          <a:prstGeom prst="rect">
            <a:avLst/>
          </a:prstGeom>
        </p:spPr>
        <p:txBody>
          <a:bodyPr spcFirstLastPara="1" vert="horz" wrap="square" lIns="121900" tIns="121900" rIns="121900" bIns="12190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US" b="1" dirty="0" err="1">
                <a:latin typeface="Times New Roman" panose="02020603050405020304" pitchFamily="18" charset="0"/>
                <a:cs typeface="Times New Roman" panose="02020603050405020304" pitchFamily="18" charset="0"/>
              </a:rPr>
              <a:t>Giảng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viên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hướng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dẫn</a:t>
            </a:r>
            <a:r>
              <a:rPr lang="en-US" b="1" dirty="0">
                <a:latin typeface="Times New Roman" panose="02020603050405020304" pitchFamily="18" charset="0"/>
                <a:cs typeface="Times New Roman" panose="02020603050405020304" pitchFamily="18" charset="0"/>
              </a:rPr>
              <a:t> :TS. Trần </a:t>
            </a:r>
            <a:r>
              <a:rPr lang="en-US" b="1" dirty="0" err="1">
                <a:latin typeface="Times New Roman" panose="02020603050405020304" pitchFamily="18" charset="0"/>
                <a:cs typeface="Times New Roman" panose="02020603050405020304" pitchFamily="18" charset="0"/>
              </a:rPr>
              <a:t>Nguyên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Bảo</a:t>
            </a:r>
            <a:endParaRPr lang="vi-VN" b="1" dirty="0">
              <a:latin typeface="Times New Roman" panose="02020603050405020304" pitchFamily="18" charset="0"/>
              <a:cs typeface="Times New Roman" panose="02020603050405020304" pitchFamily="18" charset="0"/>
            </a:endParaRPr>
          </a:p>
        </p:txBody>
      </p:sp>
      <p:sp>
        <p:nvSpPr>
          <p:cNvPr id="190" name="Google Shape;755;p28">
            <a:extLst>
              <a:ext uri="{FF2B5EF4-FFF2-40B4-BE49-F238E27FC236}">
                <a16:creationId xmlns:a16="http://schemas.microsoft.com/office/drawing/2014/main" id="{61F5ADA8-ADF2-4C44-AD34-D7418643A761}"/>
              </a:ext>
            </a:extLst>
          </p:cNvPr>
          <p:cNvSpPr txBox="1">
            <a:spLocks/>
          </p:cNvSpPr>
          <p:nvPr/>
        </p:nvSpPr>
        <p:spPr>
          <a:xfrm>
            <a:off x="2193863" y="327254"/>
            <a:ext cx="8754390" cy="937965"/>
          </a:xfrm>
          <a:prstGeom prst="rect">
            <a:avLst/>
          </a:prstGeom>
        </p:spPr>
        <p:txBody>
          <a:bodyPr spcFirstLastPara="1" vert="horz" wrap="square" lIns="121900" tIns="121900" rIns="121900" bIns="1219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3000" b="1" dirty="0" err="1">
                <a:latin typeface="Times New Roman" panose="02020603050405020304" pitchFamily="18" charset="0"/>
                <a:cs typeface="Times New Roman" panose="02020603050405020304" pitchFamily="18" charset="0"/>
              </a:rPr>
              <a:t>Học</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viện</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hàng</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không</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Việt</a:t>
            </a:r>
            <a:r>
              <a:rPr lang="en-US" sz="3000" b="1" dirty="0">
                <a:latin typeface="Times New Roman" panose="02020603050405020304" pitchFamily="18" charset="0"/>
                <a:cs typeface="Times New Roman" panose="02020603050405020304" pitchFamily="18" charset="0"/>
              </a:rPr>
              <a:t> Nam</a:t>
            </a:r>
            <a:br>
              <a:rPr lang="en-US" sz="3000" b="1" dirty="0">
                <a:latin typeface="Times New Roman" panose="02020603050405020304" pitchFamily="18" charset="0"/>
                <a:cs typeface="Times New Roman" panose="02020603050405020304" pitchFamily="18" charset="0"/>
              </a:rPr>
            </a:br>
            <a:r>
              <a:rPr lang="en-US" sz="3000" b="1" dirty="0">
                <a:latin typeface="Times New Roman" panose="02020603050405020304" pitchFamily="18" charset="0"/>
                <a:cs typeface="Times New Roman" panose="02020603050405020304" pitchFamily="18" charset="0"/>
              </a:rPr>
              <a:t>Khoa </a:t>
            </a:r>
            <a:r>
              <a:rPr lang="en-US" sz="3000" b="1" dirty="0" err="1">
                <a:latin typeface="Times New Roman" panose="02020603050405020304" pitchFamily="18" charset="0"/>
                <a:cs typeface="Times New Roman" panose="02020603050405020304" pitchFamily="18" charset="0"/>
              </a:rPr>
              <a:t>Công</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nghệ</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thông</a:t>
            </a:r>
            <a:r>
              <a:rPr lang="en-US" sz="3000" b="1" dirty="0">
                <a:latin typeface="Times New Roman" panose="02020603050405020304" pitchFamily="18" charset="0"/>
                <a:cs typeface="Times New Roman" panose="02020603050405020304" pitchFamily="18" charset="0"/>
              </a:rPr>
              <a:t> tin </a:t>
            </a:r>
            <a:endParaRPr lang="vi-VN" sz="3000" dirty="0"/>
          </a:p>
        </p:txBody>
      </p:sp>
      <p:sp>
        <p:nvSpPr>
          <p:cNvPr id="191" name="Google Shape;755;p28">
            <a:extLst>
              <a:ext uri="{FF2B5EF4-FFF2-40B4-BE49-F238E27FC236}">
                <a16:creationId xmlns:a16="http://schemas.microsoft.com/office/drawing/2014/main" id="{70E84908-CF59-479C-952F-E0285921F103}"/>
              </a:ext>
            </a:extLst>
          </p:cNvPr>
          <p:cNvSpPr txBox="1">
            <a:spLocks/>
          </p:cNvSpPr>
          <p:nvPr/>
        </p:nvSpPr>
        <p:spPr>
          <a:xfrm>
            <a:off x="2193863" y="479654"/>
            <a:ext cx="8754390" cy="937965"/>
          </a:xfrm>
          <a:prstGeom prst="rect">
            <a:avLst/>
          </a:prstGeom>
        </p:spPr>
        <p:txBody>
          <a:bodyPr spcFirstLastPara="1" vert="horz" wrap="square" lIns="121900" tIns="121900" rIns="121900" bIns="12190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endParaRPr lang="vi-VN"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10" name="Title 2">
            <a:extLst>
              <a:ext uri="{FF2B5EF4-FFF2-40B4-BE49-F238E27FC236}">
                <a16:creationId xmlns:a16="http://schemas.microsoft.com/office/drawing/2014/main" id="{A40E578B-6CDD-4109-A059-C4471F0D745F}"/>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err="1">
                <a:latin typeface="Times New Roman" panose="02020603050405020304" pitchFamily="18" charset="0"/>
                <a:cs typeface="Times New Roman" panose="02020603050405020304" pitchFamily="18" charset="0"/>
              </a:rPr>
              <a:t>Mục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tiêu</a:t>
            </a:r>
            <a:r>
              <a:rPr lang="en-US" b="1" dirty="0">
                <a:latin typeface="Times New Roman" panose="02020603050405020304" pitchFamily="18" charset="0"/>
                <a:cs typeface="Times New Roman" panose="02020603050405020304" pitchFamily="18" charset="0"/>
              </a:rPr>
              <a:t>:</a:t>
            </a:r>
            <a:endParaRPr lang="vi-VN" b="1" dirty="0">
              <a:latin typeface="Times New Roman" panose="02020603050405020304" pitchFamily="18" charset="0"/>
              <a:cs typeface="Times New Roman" panose="02020603050405020304" pitchFamily="18" charset="0"/>
            </a:endParaRPr>
          </a:p>
        </p:txBody>
      </p:sp>
      <p:sp>
        <p:nvSpPr>
          <p:cNvPr id="11" name="Title 2">
            <a:extLst>
              <a:ext uri="{FF2B5EF4-FFF2-40B4-BE49-F238E27FC236}">
                <a16:creationId xmlns:a16="http://schemas.microsoft.com/office/drawing/2014/main" id="{6B4A0F51-E502-4B7E-8255-8B7D0D5508CF}"/>
              </a:ext>
            </a:extLst>
          </p:cNvPr>
          <p:cNvSpPr txBox="1">
            <a:spLocks/>
          </p:cNvSpPr>
          <p:nvPr/>
        </p:nvSpPr>
        <p:spPr>
          <a:xfrm>
            <a:off x="1247775" y="26035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vi-VN"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4E6A9155-CC6A-4D0C-89B1-2015C6C71B3A}"/>
              </a:ext>
            </a:extLst>
          </p:cNvPr>
          <p:cNvSpPr txBox="1"/>
          <p:nvPr/>
        </p:nvSpPr>
        <p:spPr>
          <a:xfrm>
            <a:off x="1611511" y="2776861"/>
            <a:ext cx="8968978" cy="2533194"/>
          </a:xfrm>
          <a:prstGeom prst="rect">
            <a:avLst/>
          </a:prstGeom>
          <a:noFill/>
        </p:spPr>
        <p:txBody>
          <a:bodyPr wrap="square">
            <a:sp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Tạo</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ea typeface="Times New Roman" panose="02020603050405020304" pitchFamily="18" charset="0"/>
                <a:cs typeface="Times New Roman" panose="02020603050405020304" pitchFamily="18" charset="0"/>
              </a:rPr>
              <a:t>ảnh</a:t>
            </a:r>
            <a:r>
              <a:rPr lang="en-US" sz="2500" b="1" dirty="0">
                <a:effectLst/>
                <a:latin typeface="Times New Roman" panose="02020603050405020304" pitchFamily="18" charset="0"/>
                <a:ea typeface="Times New Roman" panose="02020603050405020304" pitchFamily="18" charset="0"/>
                <a:cs typeface="Times New Roman" panose="02020603050405020304" pitchFamily="18" charset="0"/>
              </a:rPr>
              <a:t> GIF</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từ</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nhiều</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ảnh</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500" dirty="0">
              <a:effectLst/>
              <a:latin typeface="Times New Roman" panose="02020603050405020304" pitchFamily="18" charset="0"/>
              <a:ea typeface="Arial" panose="020B060402020202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Xuất</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b="1" dirty="0">
                <a:effectLst/>
                <a:latin typeface="Times New Roman" panose="02020603050405020304" pitchFamily="18" charset="0"/>
                <a:ea typeface="Times New Roman" panose="02020603050405020304" pitchFamily="18" charset="0"/>
                <a:cs typeface="Times New Roman" panose="02020603050405020304" pitchFamily="18" charset="0"/>
              </a:rPr>
              <a:t>video MP4</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từ</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ảnh</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500" dirty="0">
              <a:effectLst/>
              <a:latin typeface="Times New Roman" panose="02020603050405020304" pitchFamily="18" charset="0"/>
              <a:ea typeface="Arial" panose="020B060402020202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Tạo</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GIF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từ</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Video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hỗ</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trợ</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nhiều</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đuôi</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tệp(.mp4 , .wav)</a:t>
            </a:r>
            <a:endParaRPr lang="en-US" sz="2500" dirty="0">
              <a:effectLst/>
              <a:latin typeface="Times New Roman" panose="02020603050405020304" pitchFamily="18" charset="0"/>
              <a:ea typeface="Arial" panose="020B060402020202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500" b="1" dirty="0" err="1">
                <a:effectLst/>
                <a:latin typeface="Times New Roman" panose="02020603050405020304" pitchFamily="18" charset="0"/>
                <a:ea typeface="Times New Roman" panose="02020603050405020304" pitchFamily="18" charset="0"/>
                <a:cs typeface="Times New Roman" panose="02020603050405020304" pitchFamily="18" charset="0"/>
              </a:rPr>
              <a:t>Xem</a:t>
            </a:r>
            <a:r>
              <a:rPr lang="en-US" sz="25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ea typeface="Times New Roman" panose="02020603050405020304" pitchFamily="18" charset="0"/>
                <a:cs typeface="Times New Roman" panose="02020603050405020304" pitchFamily="18" charset="0"/>
              </a:rPr>
              <a:t>trước</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GIF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video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ngay</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trong</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ứng</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cs typeface="Times New Roman" panose="02020603050405020304" pitchFamily="18" charset="0"/>
              </a:rPr>
              <a:t>dụng</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500" dirty="0">
              <a:effectLst/>
              <a:latin typeface="Times New Roman" panose="02020603050405020304" pitchFamily="18" charset="0"/>
              <a:ea typeface="Arial" panose="020B060402020202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500" b="1" dirty="0" err="1">
                <a:effectLst/>
                <a:latin typeface="Times New Roman" panose="02020603050405020304" pitchFamily="18" charset="0"/>
                <a:ea typeface="Times New Roman" panose="02020603050405020304" pitchFamily="18" charset="0"/>
                <a:cs typeface="Times New Roman" panose="02020603050405020304" pitchFamily="18" charset="0"/>
              </a:rPr>
              <a:t>Trích</a:t>
            </a:r>
            <a:r>
              <a:rPr lang="en-US" sz="25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ea typeface="Times New Roman" panose="02020603050405020304" pitchFamily="18" charset="0"/>
                <a:cs typeface="Times New Roman" panose="02020603050405020304" pitchFamily="18" charset="0"/>
              </a:rPr>
              <a:t>xuất</a:t>
            </a:r>
            <a:r>
              <a:rPr lang="en-US" sz="25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ea typeface="Times New Roman" panose="02020603050405020304" pitchFamily="18" charset="0"/>
                <a:cs typeface="Times New Roman" panose="02020603050405020304" pitchFamily="18" charset="0"/>
              </a:rPr>
              <a:t>khung</a:t>
            </a:r>
            <a:r>
              <a:rPr lang="en-US" sz="25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25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ea typeface="Times New Roman" panose="02020603050405020304" pitchFamily="18" charset="0"/>
                <a:cs typeface="Times New Roman" panose="02020603050405020304" pitchFamily="18" charset="0"/>
              </a:rPr>
              <a:t>từ</a:t>
            </a:r>
            <a:r>
              <a:rPr lang="en-US" sz="2500" b="1" dirty="0">
                <a:effectLst/>
                <a:latin typeface="Times New Roman" panose="02020603050405020304" pitchFamily="18" charset="0"/>
                <a:ea typeface="Times New Roman" panose="02020603050405020304" pitchFamily="18" charset="0"/>
                <a:cs typeface="Times New Roman" panose="02020603050405020304" pitchFamily="18" charset="0"/>
              </a:rPr>
              <a:t> video</a:t>
            </a:r>
            <a:r>
              <a:rPr lang="en-US" sz="2500" dirty="0">
                <a:effectLst/>
                <a:latin typeface="Times New Roman" panose="02020603050405020304" pitchFamily="18" charset="0"/>
                <a:ea typeface="Times New Roman" panose="02020603050405020304" pitchFamily="18" charset="0"/>
                <a:cs typeface="Times New Roman" panose="02020603050405020304" pitchFamily="18" charset="0"/>
              </a:rPr>
              <a:t> (extract frames).</a:t>
            </a:r>
            <a:endParaRPr lang="en-US" sz="2500" dirty="0">
              <a:effectLst/>
              <a:latin typeface="Times New Roman" panose="02020603050405020304" pitchFamily="18" charset="0"/>
              <a:ea typeface="Arial" panose="020B060402020202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EB1B680B-0152-4501-8823-0D294617FC9C}"/>
              </a:ext>
            </a:extLst>
          </p:cNvPr>
          <p:cNvSpPr txBox="1"/>
          <p:nvPr/>
        </p:nvSpPr>
        <p:spPr>
          <a:xfrm>
            <a:off x="838200" y="2012051"/>
            <a:ext cx="10250090" cy="477054"/>
          </a:xfrm>
          <a:prstGeom prst="rect">
            <a:avLst/>
          </a:prstGeom>
          <a:noFill/>
        </p:spPr>
        <p:txBody>
          <a:bodyPr wrap="square">
            <a:spAutoFit/>
          </a:bodyPr>
          <a:lstStyle/>
          <a:p>
            <a:r>
              <a:rPr lang="en-US" sz="2500" dirty="0" err="1">
                <a:effectLst/>
                <a:latin typeface="Times New Roman" panose="02020603050405020304" pitchFamily="18" charset="0"/>
                <a:ea typeface="Times New Roman" panose="02020603050405020304" pitchFamily="18" charset="0"/>
              </a:rPr>
              <a:t>Xây</a:t>
            </a:r>
            <a:r>
              <a:rPr lang="en-US" sz="2500" dirty="0">
                <a:effectLst/>
                <a:latin typeface="Times New Roman" panose="02020603050405020304" pitchFamily="18" charset="0"/>
                <a:ea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rPr>
              <a:t>dựng</a:t>
            </a:r>
            <a:r>
              <a:rPr lang="en-US" sz="2500" dirty="0">
                <a:effectLst/>
                <a:latin typeface="Times New Roman" panose="02020603050405020304" pitchFamily="18" charset="0"/>
                <a:ea typeface="Times New Roman" panose="02020603050405020304" pitchFamily="18" charset="0"/>
              </a:rPr>
              <a:t> </a:t>
            </a:r>
            <a:r>
              <a:rPr lang="en-US" sz="2500" b="1" dirty="0" err="1">
                <a:effectLst/>
                <a:latin typeface="Times New Roman" panose="02020603050405020304" pitchFamily="18" charset="0"/>
                <a:ea typeface="Times New Roman" panose="02020603050405020304" pitchFamily="18" charset="0"/>
              </a:rPr>
              <a:t>ứng</a:t>
            </a:r>
            <a:r>
              <a:rPr lang="en-US" sz="2500" b="1" dirty="0">
                <a:effectLst/>
                <a:latin typeface="Times New Roman" panose="02020603050405020304" pitchFamily="18" charset="0"/>
                <a:ea typeface="Times New Roman" panose="02020603050405020304" pitchFamily="18" charset="0"/>
              </a:rPr>
              <a:t> </a:t>
            </a:r>
            <a:r>
              <a:rPr lang="en-US" sz="2500" b="1" dirty="0" err="1">
                <a:effectLst/>
                <a:latin typeface="Times New Roman" panose="02020603050405020304" pitchFamily="18" charset="0"/>
                <a:ea typeface="Times New Roman" panose="02020603050405020304" pitchFamily="18" charset="0"/>
              </a:rPr>
              <a:t>dụng</a:t>
            </a:r>
            <a:r>
              <a:rPr lang="en-US" sz="2500" b="1" dirty="0">
                <a:effectLst/>
                <a:latin typeface="Times New Roman" panose="02020603050405020304" pitchFamily="18" charset="0"/>
                <a:ea typeface="Times New Roman" panose="02020603050405020304" pitchFamily="18" charset="0"/>
              </a:rPr>
              <a:t> Python </a:t>
            </a:r>
            <a:r>
              <a:rPr lang="en-US" sz="2500" b="1" dirty="0" err="1">
                <a:effectLst/>
                <a:latin typeface="Times New Roman" panose="02020603050405020304" pitchFamily="18" charset="0"/>
                <a:ea typeface="Times New Roman" panose="02020603050405020304" pitchFamily="18" charset="0"/>
              </a:rPr>
              <a:t>có</a:t>
            </a:r>
            <a:r>
              <a:rPr lang="en-US" sz="2500" b="1" dirty="0">
                <a:effectLst/>
                <a:latin typeface="Times New Roman" panose="02020603050405020304" pitchFamily="18" charset="0"/>
                <a:ea typeface="Times New Roman" panose="02020603050405020304" pitchFamily="18" charset="0"/>
              </a:rPr>
              <a:t> </a:t>
            </a:r>
            <a:r>
              <a:rPr lang="en-US" sz="2500" b="1" dirty="0" err="1">
                <a:effectLst/>
                <a:latin typeface="Times New Roman" panose="02020603050405020304" pitchFamily="18" charset="0"/>
                <a:ea typeface="Times New Roman" panose="02020603050405020304" pitchFamily="18" charset="0"/>
              </a:rPr>
              <a:t>giao</a:t>
            </a:r>
            <a:r>
              <a:rPr lang="en-US" sz="2500" b="1" dirty="0">
                <a:effectLst/>
                <a:latin typeface="Times New Roman" panose="02020603050405020304" pitchFamily="18" charset="0"/>
                <a:ea typeface="Times New Roman" panose="02020603050405020304" pitchFamily="18" charset="0"/>
              </a:rPr>
              <a:t> </a:t>
            </a:r>
            <a:r>
              <a:rPr lang="en-US" sz="2500" b="1" dirty="0" err="1">
                <a:effectLst/>
                <a:latin typeface="Times New Roman" panose="02020603050405020304" pitchFamily="18" charset="0"/>
                <a:ea typeface="Times New Roman" panose="02020603050405020304" pitchFamily="18" charset="0"/>
              </a:rPr>
              <a:t>diện</a:t>
            </a:r>
            <a:r>
              <a:rPr lang="en-US" sz="2500" b="1" dirty="0">
                <a:effectLst/>
                <a:latin typeface="Times New Roman" panose="02020603050405020304" pitchFamily="18" charset="0"/>
                <a:ea typeface="Times New Roman" panose="02020603050405020304" pitchFamily="18" charset="0"/>
              </a:rPr>
              <a:t> </a:t>
            </a:r>
            <a:r>
              <a:rPr lang="en-US" sz="2500" b="1" dirty="0" err="1">
                <a:effectLst/>
                <a:latin typeface="Times New Roman" panose="02020603050405020304" pitchFamily="18" charset="0"/>
                <a:ea typeface="Times New Roman" panose="02020603050405020304" pitchFamily="18" charset="0"/>
              </a:rPr>
              <a:t>đồ</a:t>
            </a:r>
            <a:r>
              <a:rPr lang="en-US" sz="2500" b="1" dirty="0">
                <a:effectLst/>
                <a:latin typeface="Times New Roman" panose="02020603050405020304" pitchFamily="18" charset="0"/>
                <a:ea typeface="Times New Roman" panose="02020603050405020304" pitchFamily="18" charset="0"/>
              </a:rPr>
              <a:t> </a:t>
            </a:r>
            <a:r>
              <a:rPr lang="en-US" sz="2500" b="1" dirty="0" err="1">
                <a:effectLst/>
                <a:latin typeface="Times New Roman" panose="02020603050405020304" pitchFamily="18" charset="0"/>
                <a:ea typeface="Times New Roman" panose="02020603050405020304" pitchFamily="18" charset="0"/>
              </a:rPr>
              <a:t>họa</a:t>
            </a:r>
            <a:r>
              <a:rPr lang="en-US" sz="2500" b="1" dirty="0">
                <a:effectLst/>
                <a:latin typeface="Times New Roman" panose="02020603050405020304" pitchFamily="18" charset="0"/>
                <a:ea typeface="Times New Roman" panose="02020603050405020304" pitchFamily="18" charset="0"/>
              </a:rPr>
              <a:t> (GUI)</a:t>
            </a:r>
            <a:r>
              <a:rPr lang="en-US" sz="2500" dirty="0">
                <a:effectLst/>
                <a:latin typeface="Times New Roman" panose="02020603050405020304" pitchFamily="18" charset="0"/>
                <a:ea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rPr>
              <a:t>giúp</a:t>
            </a:r>
            <a:r>
              <a:rPr lang="en-US" sz="2500" dirty="0">
                <a:effectLst/>
                <a:latin typeface="Times New Roman" panose="02020603050405020304" pitchFamily="18" charset="0"/>
                <a:ea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rPr>
              <a:t>người</a:t>
            </a:r>
            <a:r>
              <a:rPr lang="en-US" sz="2500" dirty="0">
                <a:effectLst/>
                <a:latin typeface="Times New Roman" panose="02020603050405020304" pitchFamily="18" charset="0"/>
                <a:ea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rPr>
              <a:t>dùng</a:t>
            </a:r>
            <a:r>
              <a:rPr lang="en-US" sz="2500" dirty="0">
                <a:effectLst/>
                <a:latin typeface="Times New Roman" panose="02020603050405020304" pitchFamily="18" charset="0"/>
                <a:ea typeface="Times New Roman" panose="02020603050405020304" pitchFamily="18" charset="0"/>
              </a:rPr>
              <a:t>:</a:t>
            </a:r>
            <a:endParaRPr lang="en-US" sz="2500" dirty="0"/>
          </a:p>
        </p:txBody>
      </p:sp>
    </p:spTree>
    <p:extLst>
      <p:ext uri="{BB962C8B-B14F-4D97-AF65-F5344CB8AC3E}">
        <p14:creationId xmlns:p14="http://schemas.microsoft.com/office/powerpoint/2010/main" val="422883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3" name="Title 2">
            <a:extLst>
              <a:ext uri="{FF2B5EF4-FFF2-40B4-BE49-F238E27FC236}">
                <a16:creationId xmlns:a16="http://schemas.microsoft.com/office/drawing/2014/main" id="{8B993638-F69C-3C27-BF1B-782CFE6C3AAB}"/>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Nội</a:t>
            </a:r>
            <a:r>
              <a:rPr lang="en-US" b="1" dirty="0">
                <a:latin typeface="Times New Roman" panose="02020603050405020304" pitchFamily="18" charset="0"/>
                <a:cs typeface="Times New Roman" panose="02020603050405020304" pitchFamily="18" charset="0"/>
              </a:rPr>
              <a:t> dung:</a:t>
            </a:r>
            <a:endParaRPr lang="vi-VN" b="1" dirty="0">
              <a:latin typeface="Times New Roman" panose="02020603050405020304" pitchFamily="18" charset="0"/>
              <a:cs typeface="Times New Roman" panose="02020603050405020304" pitchFamily="18" charset="0"/>
            </a:endParaRPr>
          </a:p>
        </p:txBody>
      </p:sp>
      <p:sp>
        <p:nvSpPr>
          <p:cNvPr id="4" name="Google Shape;950;p30">
            <a:extLst>
              <a:ext uri="{FF2B5EF4-FFF2-40B4-BE49-F238E27FC236}">
                <a16:creationId xmlns:a16="http://schemas.microsoft.com/office/drawing/2014/main" id="{CBDB30C8-2ED9-98DB-76D6-DD6FD465FE0F}"/>
              </a:ext>
            </a:extLst>
          </p:cNvPr>
          <p:cNvSpPr txBox="1">
            <a:spLocks/>
          </p:cNvSpPr>
          <p:nvPr/>
        </p:nvSpPr>
        <p:spPr>
          <a:xfrm>
            <a:off x="1810867" y="3080872"/>
            <a:ext cx="979600" cy="7636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01</a:t>
            </a:r>
          </a:p>
        </p:txBody>
      </p:sp>
      <p:sp>
        <p:nvSpPr>
          <p:cNvPr id="5" name="Google Shape;956;p30">
            <a:extLst>
              <a:ext uri="{FF2B5EF4-FFF2-40B4-BE49-F238E27FC236}">
                <a16:creationId xmlns:a16="http://schemas.microsoft.com/office/drawing/2014/main" id="{2E089FAC-C3FB-29BC-99D6-C39255C762BA}"/>
              </a:ext>
            </a:extLst>
          </p:cNvPr>
          <p:cNvSpPr txBox="1">
            <a:spLocks/>
          </p:cNvSpPr>
          <p:nvPr/>
        </p:nvSpPr>
        <p:spPr>
          <a:xfrm>
            <a:off x="1810867" y="4026342"/>
            <a:ext cx="3074000" cy="1001200"/>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b="1" dirty="0">
                <a:latin typeface="Times New Roman" panose="02020603050405020304" pitchFamily="18" charset="0"/>
                <a:cs typeface="Times New Roman" panose="02020603050405020304" pitchFamily="18" charset="0"/>
              </a:rPr>
              <a:t>Lý thuyết </a:t>
            </a:r>
          </a:p>
        </p:txBody>
      </p:sp>
      <p:sp>
        <p:nvSpPr>
          <p:cNvPr id="6" name="Google Shape;952;p30">
            <a:extLst>
              <a:ext uri="{FF2B5EF4-FFF2-40B4-BE49-F238E27FC236}">
                <a16:creationId xmlns:a16="http://schemas.microsoft.com/office/drawing/2014/main" id="{78F391A1-3A5E-674B-5D76-200F3C9AD2BA}"/>
              </a:ext>
            </a:extLst>
          </p:cNvPr>
          <p:cNvSpPr txBox="1">
            <a:spLocks/>
          </p:cNvSpPr>
          <p:nvPr/>
        </p:nvSpPr>
        <p:spPr>
          <a:xfrm>
            <a:off x="4901900" y="3080872"/>
            <a:ext cx="979600" cy="7636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a:latin typeface="Times New Roman" panose="02020603050405020304" pitchFamily="18" charset="0"/>
                <a:cs typeface="Times New Roman" panose="02020603050405020304" pitchFamily="18" charset="0"/>
              </a:rPr>
              <a:t>02</a:t>
            </a:r>
            <a:endParaRPr lang="en" b="1" dirty="0">
              <a:latin typeface="Times New Roman" panose="02020603050405020304" pitchFamily="18" charset="0"/>
              <a:cs typeface="Times New Roman" panose="02020603050405020304" pitchFamily="18" charset="0"/>
            </a:endParaRPr>
          </a:p>
        </p:txBody>
      </p:sp>
      <p:sp>
        <p:nvSpPr>
          <p:cNvPr id="7" name="Google Shape;957;p30">
            <a:extLst>
              <a:ext uri="{FF2B5EF4-FFF2-40B4-BE49-F238E27FC236}">
                <a16:creationId xmlns:a16="http://schemas.microsoft.com/office/drawing/2014/main" id="{ED8F8AB0-27B7-6161-C0E0-710BD076D430}"/>
              </a:ext>
            </a:extLst>
          </p:cNvPr>
          <p:cNvSpPr txBox="1">
            <a:spLocks/>
          </p:cNvSpPr>
          <p:nvPr/>
        </p:nvSpPr>
        <p:spPr>
          <a:xfrm>
            <a:off x="4901900" y="4026342"/>
            <a:ext cx="3074000" cy="1001200"/>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b="1" dirty="0">
                <a:latin typeface="Times New Roman" panose="02020603050405020304" pitchFamily="18" charset="0"/>
                <a:cs typeface="Times New Roman" panose="02020603050405020304" pitchFamily="18" charset="0"/>
              </a:rPr>
              <a:t>Các chức năng </a:t>
            </a:r>
          </a:p>
        </p:txBody>
      </p:sp>
      <p:sp>
        <p:nvSpPr>
          <p:cNvPr id="8" name="Google Shape;954;p30">
            <a:extLst>
              <a:ext uri="{FF2B5EF4-FFF2-40B4-BE49-F238E27FC236}">
                <a16:creationId xmlns:a16="http://schemas.microsoft.com/office/drawing/2014/main" id="{72E157D8-9D81-76BD-A253-823EE3D24991}"/>
              </a:ext>
            </a:extLst>
          </p:cNvPr>
          <p:cNvSpPr txBox="1">
            <a:spLocks/>
          </p:cNvSpPr>
          <p:nvPr/>
        </p:nvSpPr>
        <p:spPr>
          <a:xfrm>
            <a:off x="7992933" y="3080872"/>
            <a:ext cx="979600" cy="7636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03</a:t>
            </a:r>
          </a:p>
        </p:txBody>
      </p:sp>
      <p:sp>
        <p:nvSpPr>
          <p:cNvPr id="9" name="Google Shape;958;p30">
            <a:extLst>
              <a:ext uri="{FF2B5EF4-FFF2-40B4-BE49-F238E27FC236}">
                <a16:creationId xmlns:a16="http://schemas.microsoft.com/office/drawing/2014/main" id="{311A0AC8-61FF-348C-471B-86CD2E994CA0}"/>
              </a:ext>
            </a:extLst>
          </p:cNvPr>
          <p:cNvSpPr txBox="1">
            <a:spLocks/>
          </p:cNvSpPr>
          <p:nvPr/>
        </p:nvSpPr>
        <p:spPr>
          <a:xfrm>
            <a:off x="7992933" y="4026342"/>
            <a:ext cx="3074000" cy="1001200"/>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b="1" dirty="0">
                <a:latin typeface="Times New Roman" panose="02020603050405020304" pitchFamily="18" charset="0"/>
                <a:cs typeface="Times New Roman" panose="02020603050405020304" pitchFamily="18" charset="0"/>
              </a:rPr>
              <a:t>Demo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30" name="Google Shape;950;p30">
            <a:extLst>
              <a:ext uri="{FF2B5EF4-FFF2-40B4-BE49-F238E27FC236}">
                <a16:creationId xmlns:a16="http://schemas.microsoft.com/office/drawing/2014/main" id="{822224EB-CC6B-9E9D-0F29-10465D7FDAE9}"/>
              </a:ext>
            </a:extLst>
          </p:cNvPr>
          <p:cNvSpPr txBox="1">
            <a:spLocks/>
          </p:cNvSpPr>
          <p:nvPr/>
        </p:nvSpPr>
        <p:spPr>
          <a:xfrm>
            <a:off x="1182217" y="575797"/>
            <a:ext cx="8409458" cy="7636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01. </a:t>
            </a:r>
            <a:r>
              <a:rPr lang="vi-VN" b="1" dirty="0"/>
              <a:t>Python</a:t>
            </a:r>
            <a:endParaRPr lang="en" b="1" dirty="0">
              <a:latin typeface="Times New Roman" panose="02020603050405020304" pitchFamily="18" charset="0"/>
              <a:cs typeface="Times New Roman" panose="02020603050405020304" pitchFamily="18" charset="0"/>
            </a:endParaRPr>
          </a:p>
        </p:txBody>
      </p:sp>
      <p:sp>
        <p:nvSpPr>
          <p:cNvPr id="928" name="TextBox 927">
            <a:extLst>
              <a:ext uri="{FF2B5EF4-FFF2-40B4-BE49-F238E27FC236}">
                <a16:creationId xmlns:a16="http://schemas.microsoft.com/office/drawing/2014/main" id="{D4CD9390-7371-363E-C9CC-F41FA4849753}"/>
              </a:ext>
            </a:extLst>
          </p:cNvPr>
          <p:cNvSpPr txBox="1"/>
          <p:nvPr/>
        </p:nvSpPr>
        <p:spPr>
          <a:xfrm>
            <a:off x="1485900" y="1790700"/>
            <a:ext cx="9039225" cy="3416320"/>
          </a:xfrm>
          <a:prstGeom prst="rect">
            <a:avLst/>
          </a:prstGeom>
          <a:noFill/>
        </p:spPr>
        <p:txBody>
          <a:bodyPr wrap="square">
            <a:spAutoFit/>
          </a:bodyPr>
          <a:lstStyle/>
          <a:p>
            <a:pPr>
              <a:buNone/>
            </a:pPr>
            <a:r>
              <a:rPr lang="vi-VN" dirty="0">
                <a:latin typeface="+mj-lt"/>
              </a:rPr>
              <a:t>Python là ngôn ngữ lập trình bậc cao, được phát triển bởi </a:t>
            </a:r>
            <a:r>
              <a:rPr lang="vi-VN" b="1" dirty="0">
                <a:latin typeface="+mj-lt"/>
              </a:rPr>
              <a:t>Guido van Rossum</a:t>
            </a:r>
            <a:r>
              <a:rPr lang="vi-VN" dirty="0">
                <a:latin typeface="+mj-lt"/>
              </a:rPr>
              <a:t> vào cuối những năm 1980 và ra mắt chính thức năm </a:t>
            </a:r>
            <a:r>
              <a:rPr lang="vi-VN" b="1" dirty="0">
                <a:latin typeface="+mj-lt"/>
              </a:rPr>
              <a:t>1991</a:t>
            </a:r>
            <a:r>
              <a:rPr lang="vi-VN" dirty="0">
                <a:latin typeface="+mj-lt"/>
              </a:rPr>
              <a:t>. Python nổi tiếng với cú pháp rõ ràng, dễ học và thư viện phong phú, rất thích hợp cho các ứng dụng xử lý ảnh, thị giác máy tính và trí tuệ nhân tạo.</a:t>
            </a:r>
          </a:p>
          <a:p>
            <a:pPr>
              <a:buNone/>
            </a:pPr>
            <a:endParaRPr lang="vi-VN" dirty="0">
              <a:latin typeface="+mj-lt"/>
            </a:endParaRPr>
          </a:p>
          <a:p>
            <a:pPr>
              <a:buNone/>
            </a:pPr>
            <a:endParaRPr lang="vi-VN" dirty="0">
              <a:latin typeface="+mj-lt"/>
            </a:endParaRPr>
          </a:p>
          <a:p>
            <a:pPr>
              <a:buNone/>
            </a:pPr>
            <a:r>
              <a:rPr lang="vi-VN" b="1" dirty="0">
                <a:latin typeface="+mj-lt"/>
              </a:rPr>
              <a:t>Đặc điểm nổi bật:</a:t>
            </a:r>
            <a:endParaRPr lang="vi-VN" dirty="0">
              <a:latin typeface="+mj-lt"/>
            </a:endParaRPr>
          </a:p>
          <a:p>
            <a:pPr>
              <a:buFont typeface="Arial" panose="020B0604020202020204" pitchFamily="34" charset="0"/>
              <a:buChar char="•"/>
            </a:pPr>
            <a:r>
              <a:rPr lang="vi-VN" dirty="0">
                <a:latin typeface="+mj-lt"/>
              </a:rPr>
              <a:t>Cú pháp ngắn gọn, dễ đọc, thân thiện cho người mới học.</a:t>
            </a:r>
          </a:p>
          <a:p>
            <a:pPr>
              <a:buFont typeface="Arial" panose="020B0604020202020204" pitchFamily="34" charset="0"/>
              <a:buChar char="•"/>
            </a:pPr>
            <a:r>
              <a:rPr lang="vi-VN" dirty="0">
                <a:latin typeface="+mj-lt"/>
              </a:rPr>
              <a:t>Hỗ trợ lập trình hướng đối tượng, thủ tục, và hàm ẩn danh.</a:t>
            </a:r>
          </a:p>
          <a:p>
            <a:pPr>
              <a:buFont typeface="Arial" panose="020B0604020202020204" pitchFamily="34" charset="0"/>
              <a:buChar char="•"/>
            </a:pPr>
            <a:r>
              <a:rPr lang="vi-VN" dirty="0">
                <a:latin typeface="+mj-lt"/>
              </a:rPr>
              <a:t>Cộng đồng người dùng lớn, tài liệu và thư viện đa dạng.</a:t>
            </a:r>
          </a:p>
          <a:p>
            <a:pPr>
              <a:buFont typeface="Arial" panose="020B0604020202020204" pitchFamily="34" charset="0"/>
              <a:buChar char="•"/>
            </a:pPr>
            <a:r>
              <a:rPr lang="vi-VN" dirty="0">
                <a:latin typeface="+mj-lt"/>
              </a:rPr>
              <a:t>Dễ dàng tích hợp với GUI (Tkinter, PyQt) hoặc Web (Flask, Django).</a:t>
            </a:r>
          </a:p>
          <a:p>
            <a:pPr>
              <a:buFont typeface="Arial" panose="020B0604020202020204" pitchFamily="34" charset="0"/>
              <a:buChar char="•"/>
            </a:pPr>
            <a:r>
              <a:rPr lang="vi-VN" dirty="0">
                <a:latin typeface="+mj-lt"/>
              </a:rPr>
              <a:t>Có nhiều thư viện mạnh trong xử lý ảnh và video: </a:t>
            </a:r>
            <a:r>
              <a:rPr lang="vi-VN" b="1" dirty="0">
                <a:latin typeface="+mj-lt"/>
              </a:rPr>
              <a:t>OpenCV</a:t>
            </a:r>
            <a:r>
              <a:rPr lang="vi-VN" dirty="0">
                <a:latin typeface="+mj-lt"/>
              </a:rPr>
              <a:t>, </a:t>
            </a:r>
            <a:r>
              <a:rPr lang="vi-VN" b="1" dirty="0">
                <a:latin typeface="+mj-lt"/>
              </a:rPr>
              <a:t>Pillow</a:t>
            </a:r>
            <a:r>
              <a:rPr lang="vi-VN" dirty="0">
                <a:latin typeface="+mj-lt"/>
              </a:rPr>
              <a:t>, </a:t>
            </a:r>
            <a:r>
              <a:rPr lang="vi-VN" b="1" dirty="0">
                <a:latin typeface="+mj-lt"/>
              </a:rPr>
              <a:t>ImageIO</a:t>
            </a:r>
            <a:r>
              <a:rPr lang="vi-VN" dirty="0">
                <a:latin typeface="+mj-lt"/>
              </a:rPr>
              <a:t>, </a:t>
            </a:r>
            <a:r>
              <a:rPr lang="vi-VN" b="1" dirty="0">
                <a:latin typeface="+mj-lt"/>
              </a:rPr>
              <a:t>NumPy</a:t>
            </a:r>
            <a:r>
              <a:rPr lang="vi-VN" dirty="0">
                <a:latin typeface="+mj-lt"/>
              </a:rPr>
              <a:t>, </a:t>
            </a:r>
            <a:r>
              <a:rPr lang="vi-VN" b="1" dirty="0">
                <a:latin typeface="+mj-lt"/>
              </a:rPr>
              <a:t>Matplotlib</a:t>
            </a:r>
            <a:r>
              <a:rPr lang="vi-VN" dirty="0">
                <a:latin typeface="+mj-lt"/>
              </a:rPr>
              <a:t>, …</a:t>
            </a:r>
          </a:p>
        </p:txBody>
      </p:sp>
      <p:pic>
        <p:nvPicPr>
          <p:cNvPr id="1026" name="Picture 2">
            <a:extLst>
              <a:ext uri="{FF2B5EF4-FFF2-40B4-BE49-F238E27FC236}">
                <a16:creationId xmlns:a16="http://schemas.microsoft.com/office/drawing/2014/main" id="{14F6ACE9-DFBB-4CE9-9052-828ACE2B9EE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6635" b="89100" l="9268" r="89268">
                        <a14:foregroundMark x1="46829" y1="27962" x2="46829" y2="27962"/>
                        <a14:foregroundMark x1="61463" y1="21327" x2="24878" y2="42180"/>
                        <a14:foregroundMark x1="24878" y1="42180" x2="21951" y2="52607"/>
                        <a14:foregroundMark x1="37561" y1="28436" x2="13171" y2="46445"/>
                        <a14:foregroundMark x1="13171" y1="46445" x2="15610" y2="60664"/>
                        <a14:foregroundMark x1="50732" y1="38389" x2="65366" y2="27014"/>
                        <a14:foregroundMark x1="60000" y1="9479" x2="33659" y2="9479"/>
                        <a14:foregroundMark x1="33659" y1="9479" x2="58049" y2="16114"/>
                        <a14:foregroundMark x1="58049" y1="16114" x2="64390" y2="12796"/>
                        <a14:foregroundMark x1="60976" y1="10900" x2="39512" y2="6635"/>
                        <a14:foregroundMark x1="60976" y1="71090" x2="60976" y2="72512"/>
                        <a14:backgroundMark x1="16098" y1="60664" x2="16098" y2="60664"/>
                        <a14:backgroundMark x1="14634" y1="61137" x2="14634" y2="61137"/>
                      </a14:backgroundRemoval>
                    </a14:imgEffect>
                  </a14:imgLayer>
                </a14:imgProps>
              </a:ext>
              <a:ext uri="{28A0092B-C50C-407E-A947-70E740481C1C}">
                <a14:useLocalDpi xmlns:a14="http://schemas.microsoft.com/office/drawing/2010/main" val="0"/>
              </a:ext>
            </a:extLst>
          </a:blip>
          <a:srcRect/>
          <a:stretch>
            <a:fillRect/>
          </a:stretch>
        </p:blipFill>
        <p:spPr bwMode="auto">
          <a:xfrm>
            <a:off x="4696383" y="4981576"/>
            <a:ext cx="1952625" cy="2009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8">
          <a:extLst>
            <a:ext uri="{FF2B5EF4-FFF2-40B4-BE49-F238E27FC236}">
              <a16:creationId xmlns:a16="http://schemas.microsoft.com/office/drawing/2014/main" id="{36043B22-25DF-DC67-1104-93C162914914}"/>
            </a:ext>
          </a:extLst>
        </p:cNvPr>
        <p:cNvGrpSpPr/>
        <p:nvPr/>
      </p:nvGrpSpPr>
      <p:grpSpPr>
        <a:xfrm>
          <a:off x="0" y="0"/>
          <a:ext cx="0" cy="0"/>
          <a:chOff x="0" y="0"/>
          <a:chExt cx="0" cy="0"/>
        </a:xfrm>
      </p:grpSpPr>
      <p:sp>
        <p:nvSpPr>
          <p:cNvPr id="30" name="Google Shape;950;p30">
            <a:extLst>
              <a:ext uri="{FF2B5EF4-FFF2-40B4-BE49-F238E27FC236}">
                <a16:creationId xmlns:a16="http://schemas.microsoft.com/office/drawing/2014/main" id="{8CBAAAC1-4B80-7A76-8B87-82FFFF6ACE27}"/>
              </a:ext>
            </a:extLst>
          </p:cNvPr>
          <p:cNvSpPr txBox="1">
            <a:spLocks/>
          </p:cNvSpPr>
          <p:nvPr/>
        </p:nvSpPr>
        <p:spPr>
          <a:xfrm>
            <a:off x="1182217" y="575797"/>
            <a:ext cx="8409458" cy="7636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01. </a:t>
            </a:r>
            <a:r>
              <a:rPr lang="en-US" b="1" dirty="0" err="1">
                <a:latin typeface="Times New Roman" panose="02020603050405020304" pitchFamily="18" charset="0"/>
                <a:cs typeface="Times New Roman" panose="02020603050405020304" pitchFamily="18" charset="0"/>
              </a:rPr>
              <a:t>Các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thư</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viện</a:t>
            </a:r>
            <a:r>
              <a:rPr lang="en-US" b="1" dirty="0">
                <a:latin typeface="Times New Roman" panose="02020603050405020304" pitchFamily="18" charset="0"/>
                <a:cs typeface="Times New Roman" panose="02020603050405020304" pitchFamily="18" charset="0"/>
              </a:rPr>
              <a:t> </a:t>
            </a:r>
            <a:endParaRPr lang="en"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A56ACB64-9AEE-456D-B01A-2715A50F2978}"/>
              </a:ext>
            </a:extLst>
          </p:cNvPr>
          <p:cNvSpPr>
            <a:spLocks noChangeArrowheads="1"/>
          </p:cNvSpPr>
          <p:nvPr/>
        </p:nvSpPr>
        <p:spPr bwMode="auto">
          <a:xfrm>
            <a:off x="1028699" y="1772981"/>
            <a:ext cx="1137285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Times New Roman" panose="02020603050405020304" pitchFamily="18" charset="0"/>
                <a:ea typeface="+mj-ea"/>
                <a:cs typeface="Times New Roman" panose="02020603050405020304" pitchFamily="18" charset="0"/>
              </a:rPr>
              <a:t>OpenCV: </a:t>
            </a:r>
            <a:r>
              <a:rPr lang="en-US" altLang="en-US" sz="2000" dirty="0" err="1">
                <a:latin typeface="Times New Roman" panose="02020603050405020304" pitchFamily="18" charset="0"/>
                <a:ea typeface="+mj-ea"/>
                <a:cs typeface="Times New Roman" panose="02020603050405020304" pitchFamily="18" charset="0"/>
              </a:rPr>
              <a:t>Thư</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viện</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mạnh</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mẽ</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để</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xử</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lý</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và</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phân</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tích</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hình</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ảnh</a:t>
            </a:r>
            <a:r>
              <a:rPr lang="en-US" altLang="en-US" sz="2000" dirty="0">
                <a:latin typeface="Times New Roman" panose="02020603050405020304" pitchFamily="18" charset="0"/>
                <a:ea typeface="+mj-ea"/>
                <a:cs typeface="Times New Roman" panose="02020603050405020304" pitchFamily="18" charset="0"/>
              </a:rPr>
              <a:t>, video, </a:t>
            </a:r>
            <a:r>
              <a:rPr lang="en-US" altLang="en-US" sz="2000" dirty="0" err="1">
                <a:latin typeface="Times New Roman" panose="02020603050405020304" pitchFamily="18" charset="0"/>
                <a:ea typeface="+mj-ea"/>
                <a:cs typeface="Times New Roman" panose="02020603050405020304" pitchFamily="18" charset="0"/>
              </a:rPr>
              <a:t>nhận</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dạng</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đối</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tượng</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và</a:t>
            </a:r>
            <a:r>
              <a:rPr lang="en-US" altLang="en-US" sz="2000" dirty="0">
                <a:latin typeface="Times New Roman" panose="02020603050405020304" pitchFamily="18" charset="0"/>
                <a:ea typeface="+mj-ea"/>
                <a:cs typeface="Times New Roman" panose="02020603050405020304" pitchFamily="18" charset="0"/>
              </a:rPr>
              <a:t> computer vision.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Times New Roman" panose="02020603050405020304" pitchFamily="18" charset="0"/>
                <a:ea typeface="+mj-ea"/>
                <a:cs typeface="Times New Roman" panose="02020603050405020304" pitchFamily="18" charset="0"/>
              </a:rPr>
              <a:t>Pillow (PIL): </a:t>
            </a:r>
            <a:r>
              <a:rPr lang="en-US" altLang="en-US" sz="2000" dirty="0" err="1">
                <a:latin typeface="Times New Roman" panose="02020603050405020304" pitchFamily="18" charset="0"/>
                <a:ea typeface="+mj-ea"/>
                <a:cs typeface="Times New Roman" panose="02020603050405020304" pitchFamily="18" charset="0"/>
              </a:rPr>
              <a:t>Thư</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viện</a:t>
            </a:r>
            <a:r>
              <a:rPr lang="en-US" altLang="en-US" sz="2000" dirty="0">
                <a:latin typeface="Times New Roman" panose="02020603050405020304" pitchFamily="18" charset="0"/>
                <a:ea typeface="+mj-ea"/>
                <a:cs typeface="Times New Roman" panose="02020603050405020304" pitchFamily="18" charset="0"/>
              </a:rPr>
              <a:t> Python </a:t>
            </a:r>
            <a:r>
              <a:rPr lang="en-US" altLang="en-US" sz="2000" dirty="0" err="1">
                <a:latin typeface="Times New Roman" panose="02020603050405020304" pitchFamily="18" charset="0"/>
                <a:ea typeface="+mj-ea"/>
                <a:cs typeface="Times New Roman" panose="02020603050405020304" pitchFamily="18" charset="0"/>
              </a:rPr>
              <a:t>để</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mở</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chỉnh</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sửa</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chuyển</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đổi</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và</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lưu</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ảnh</a:t>
            </a:r>
            <a:r>
              <a:rPr lang="en-US" altLang="en-US" sz="2000" dirty="0">
                <a:latin typeface="Times New Roman" panose="02020603050405020304" pitchFamily="18" charset="0"/>
                <a:ea typeface="+mj-ea"/>
                <a:cs typeface="Times New Roman" panose="02020603050405020304" pitchFamily="18" charset="0"/>
              </a:rPr>
              <a:t> ở </a:t>
            </a:r>
            <a:r>
              <a:rPr lang="en-US" altLang="en-US" sz="2000" dirty="0" err="1">
                <a:latin typeface="Times New Roman" panose="02020603050405020304" pitchFamily="18" charset="0"/>
                <a:ea typeface="+mj-ea"/>
                <a:cs typeface="Times New Roman" panose="02020603050405020304" pitchFamily="18" charset="0"/>
              </a:rPr>
              <a:t>nhiều</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định</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dạng</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khác</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nhau</a:t>
            </a:r>
            <a:r>
              <a:rPr lang="en-US" altLang="en-US" sz="2000" dirty="0">
                <a:latin typeface="Times New Roman" panose="02020603050405020304" pitchFamily="18" charset="0"/>
                <a:ea typeface="+mj-ea"/>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err="1">
                <a:latin typeface="Times New Roman" panose="02020603050405020304" pitchFamily="18" charset="0"/>
                <a:ea typeface="+mj-ea"/>
                <a:cs typeface="Times New Roman" panose="02020603050405020304" pitchFamily="18" charset="0"/>
              </a:rPr>
              <a:t>ImageIO</a:t>
            </a:r>
            <a:r>
              <a:rPr lang="en-US" altLang="en-US" sz="2000" b="1"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Thư</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viện</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đọc</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và</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ghi</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ảnh</a:t>
            </a:r>
            <a:r>
              <a:rPr lang="en-US" altLang="en-US" sz="2000" dirty="0">
                <a:latin typeface="Times New Roman" panose="02020603050405020304" pitchFamily="18" charset="0"/>
                <a:ea typeface="+mj-ea"/>
                <a:cs typeface="Times New Roman" panose="02020603050405020304" pitchFamily="18" charset="0"/>
              </a:rPr>
              <a:t>/video </a:t>
            </a:r>
            <a:r>
              <a:rPr lang="en-US" altLang="en-US" sz="2000" dirty="0" err="1">
                <a:latin typeface="Times New Roman" panose="02020603050405020304" pitchFamily="18" charset="0"/>
                <a:ea typeface="+mj-ea"/>
                <a:cs typeface="Times New Roman" panose="02020603050405020304" pitchFamily="18" charset="0"/>
              </a:rPr>
              <a:t>đa</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định</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dạng</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hỗ</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trợ</a:t>
            </a:r>
            <a:r>
              <a:rPr lang="en-US" altLang="en-US" sz="2000" dirty="0">
                <a:latin typeface="Times New Roman" panose="02020603050405020304" pitchFamily="18" charset="0"/>
                <a:ea typeface="+mj-ea"/>
                <a:cs typeface="Times New Roman" panose="02020603050405020304" pitchFamily="18" charset="0"/>
              </a:rPr>
              <a:t> GIF, PNG, JPEG, </a:t>
            </a:r>
            <a:r>
              <a:rPr lang="en-US" altLang="en-US" sz="2000" dirty="0" err="1">
                <a:latin typeface="Times New Roman" panose="02020603050405020304" pitchFamily="18" charset="0"/>
                <a:ea typeface="+mj-ea"/>
                <a:cs typeface="Times New Roman" panose="02020603050405020304" pitchFamily="18" charset="0"/>
              </a:rPr>
              <a:t>và</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nhiều</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định</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dạng</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khác</a:t>
            </a:r>
            <a:r>
              <a:rPr lang="en-US" altLang="en-US" sz="2000" dirty="0">
                <a:latin typeface="Times New Roman" panose="02020603050405020304" pitchFamily="18" charset="0"/>
                <a:ea typeface="+mj-ea"/>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err="1">
                <a:latin typeface="Times New Roman" panose="02020603050405020304" pitchFamily="18" charset="0"/>
                <a:ea typeface="+mj-ea"/>
                <a:cs typeface="Times New Roman" panose="02020603050405020304" pitchFamily="18" charset="0"/>
              </a:rPr>
              <a:t>Tkinter</a:t>
            </a:r>
            <a:r>
              <a:rPr lang="en-US" altLang="en-US" sz="2000" b="1"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Thư</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viện</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chuẩn</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của</a:t>
            </a:r>
            <a:r>
              <a:rPr lang="en-US" altLang="en-US" sz="2000" dirty="0">
                <a:latin typeface="Times New Roman" panose="02020603050405020304" pitchFamily="18" charset="0"/>
                <a:ea typeface="+mj-ea"/>
                <a:cs typeface="Times New Roman" panose="02020603050405020304" pitchFamily="18" charset="0"/>
              </a:rPr>
              <a:t> Python </a:t>
            </a:r>
            <a:r>
              <a:rPr lang="en-US" altLang="en-US" sz="2000" dirty="0" err="1">
                <a:latin typeface="Times New Roman" panose="02020603050405020304" pitchFamily="18" charset="0"/>
                <a:ea typeface="+mj-ea"/>
                <a:cs typeface="Times New Roman" panose="02020603050405020304" pitchFamily="18" charset="0"/>
              </a:rPr>
              <a:t>để</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tạo</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giao</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diện</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đồ</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họa</a:t>
            </a:r>
            <a:r>
              <a:rPr lang="en-US" altLang="en-US" sz="2000" dirty="0">
                <a:latin typeface="Times New Roman" panose="02020603050405020304" pitchFamily="18" charset="0"/>
                <a:ea typeface="+mj-ea"/>
                <a:cs typeface="Times New Roman" panose="02020603050405020304" pitchFamily="18" charset="0"/>
              </a:rPr>
              <a:t> (GUI) </a:t>
            </a:r>
            <a:r>
              <a:rPr lang="en-US" altLang="en-US" sz="2000" dirty="0" err="1">
                <a:latin typeface="Times New Roman" panose="02020603050405020304" pitchFamily="18" charset="0"/>
                <a:ea typeface="+mj-ea"/>
                <a:cs typeface="Times New Roman" panose="02020603050405020304" pitchFamily="18" charset="0"/>
              </a:rPr>
              <a:t>đơn</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giản</a:t>
            </a:r>
            <a:r>
              <a:rPr lang="en-US" altLang="en-US" sz="2000" dirty="0">
                <a:latin typeface="Times New Roman" panose="02020603050405020304" pitchFamily="18" charset="0"/>
                <a:ea typeface="+mj-ea"/>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Times New Roman" panose="02020603050405020304" pitchFamily="18" charset="0"/>
                <a:ea typeface="+mj-ea"/>
                <a:cs typeface="Times New Roman" panose="02020603050405020304" pitchFamily="18" charset="0"/>
              </a:rPr>
              <a:t>Threading: </a:t>
            </a:r>
            <a:r>
              <a:rPr lang="en-US" altLang="en-US" sz="2000" dirty="0" err="1">
                <a:latin typeface="Times New Roman" panose="02020603050405020304" pitchFamily="18" charset="0"/>
                <a:ea typeface="+mj-ea"/>
                <a:cs typeface="Times New Roman" panose="02020603050405020304" pitchFamily="18" charset="0"/>
              </a:rPr>
              <a:t>Thư</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viện</a:t>
            </a:r>
            <a:r>
              <a:rPr lang="en-US" altLang="en-US" sz="2000" dirty="0">
                <a:latin typeface="Times New Roman" panose="02020603050405020304" pitchFamily="18" charset="0"/>
                <a:ea typeface="+mj-ea"/>
                <a:cs typeface="Times New Roman" panose="02020603050405020304" pitchFamily="18" charset="0"/>
              </a:rPr>
              <a:t> Python </a:t>
            </a:r>
            <a:r>
              <a:rPr lang="en-US" altLang="en-US" sz="2000" dirty="0" err="1">
                <a:latin typeface="Times New Roman" panose="02020603050405020304" pitchFamily="18" charset="0"/>
                <a:ea typeface="+mj-ea"/>
                <a:cs typeface="Times New Roman" panose="02020603050405020304" pitchFamily="18" charset="0"/>
              </a:rPr>
              <a:t>hỗ</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trợ</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thực</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thi</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đa</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luồng</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giúp</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chạy</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các</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tác</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vụ</a:t>
            </a:r>
            <a:r>
              <a:rPr lang="en-US" altLang="en-US" sz="2000" dirty="0">
                <a:latin typeface="Times New Roman" panose="02020603050405020304" pitchFamily="18" charset="0"/>
                <a:ea typeface="+mj-ea"/>
                <a:cs typeface="Times New Roman" panose="02020603050405020304" pitchFamily="18" charset="0"/>
              </a:rPr>
              <a:t> song </a:t>
            </a:r>
            <a:r>
              <a:rPr lang="en-US" altLang="en-US" sz="2000" dirty="0" err="1">
                <a:latin typeface="Times New Roman" panose="02020603050405020304" pitchFamily="18" charset="0"/>
                <a:ea typeface="+mj-ea"/>
                <a:cs typeface="Times New Roman" panose="02020603050405020304" pitchFamily="18" charset="0"/>
              </a:rPr>
              <a:t>song</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trong</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cùng</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một</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tiến</a:t>
            </a:r>
            <a:r>
              <a:rPr lang="en-US" altLang="en-US" sz="2000" dirty="0">
                <a:latin typeface="Times New Roman" panose="02020603050405020304" pitchFamily="18" charset="0"/>
                <a:ea typeface="+mj-ea"/>
                <a:cs typeface="Times New Roman" panose="02020603050405020304" pitchFamily="18" charset="0"/>
              </a:rPr>
              <a:t> </a:t>
            </a:r>
            <a:r>
              <a:rPr lang="en-US" altLang="en-US" sz="2000" dirty="0" err="1">
                <a:latin typeface="Times New Roman" panose="02020603050405020304" pitchFamily="18" charset="0"/>
                <a:ea typeface="+mj-ea"/>
                <a:cs typeface="Times New Roman" panose="02020603050405020304" pitchFamily="18" charset="0"/>
              </a:rPr>
              <a:t>trình</a:t>
            </a:r>
            <a:r>
              <a:rPr lang="en-US" altLang="en-US" sz="2000" dirty="0">
                <a:latin typeface="Times New Roman" panose="02020603050405020304" pitchFamily="18" charset="0"/>
                <a:ea typeface="+mj-ea"/>
                <a:cs typeface="Times New Roman" panose="02020603050405020304" pitchFamily="18" charset="0"/>
              </a:rPr>
              <a:t>.</a:t>
            </a:r>
          </a:p>
        </p:txBody>
      </p:sp>
    </p:spTree>
    <p:extLst>
      <p:ext uri="{BB962C8B-B14F-4D97-AF65-F5344CB8AC3E}">
        <p14:creationId xmlns:p14="http://schemas.microsoft.com/office/powerpoint/2010/main" val="2004305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8">
          <a:extLst>
            <a:ext uri="{FF2B5EF4-FFF2-40B4-BE49-F238E27FC236}">
              <a16:creationId xmlns:a16="http://schemas.microsoft.com/office/drawing/2014/main" id="{7256CBBB-CB75-0389-DABA-69F267B501A0}"/>
            </a:ext>
          </a:extLst>
        </p:cNvPr>
        <p:cNvGrpSpPr/>
        <p:nvPr/>
      </p:nvGrpSpPr>
      <p:grpSpPr>
        <a:xfrm>
          <a:off x="0" y="0"/>
          <a:ext cx="0" cy="0"/>
          <a:chOff x="0" y="0"/>
          <a:chExt cx="0" cy="0"/>
        </a:xfrm>
      </p:grpSpPr>
      <p:sp>
        <p:nvSpPr>
          <p:cNvPr id="30" name="Google Shape;950;p30">
            <a:extLst>
              <a:ext uri="{FF2B5EF4-FFF2-40B4-BE49-F238E27FC236}">
                <a16:creationId xmlns:a16="http://schemas.microsoft.com/office/drawing/2014/main" id="{10097641-5DD2-2379-737B-AB422C4B82E8}"/>
              </a:ext>
            </a:extLst>
          </p:cNvPr>
          <p:cNvSpPr txBox="1">
            <a:spLocks/>
          </p:cNvSpPr>
          <p:nvPr/>
        </p:nvSpPr>
        <p:spPr>
          <a:xfrm>
            <a:off x="1267942" y="747247"/>
            <a:ext cx="8409458" cy="7636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01. </a:t>
            </a:r>
            <a:r>
              <a:rPr lang="en-US" b="1" dirty="0" err="1">
                <a:latin typeface="Times New Roman" panose="02020603050405020304" pitchFamily="18" charset="0"/>
                <a:cs typeface="Times New Roman" panose="02020603050405020304" pitchFamily="18" charset="0"/>
              </a:rPr>
              <a:t>Ảnh</a:t>
            </a:r>
            <a:r>
              <a:rPr lang="en-US" b="1" dirty="0">
                <a:latin typeface="Times New Roman" panose="02020603050405020304" pitchFamily="18" charset="0"/>
                <a:cs typeface="Times New Roman" panose="02020603050405020304" pitchFamily="18" charset="0"/>
              </a:rPr>
              <a:t> GIF</a:t>
            </a:r>
            <a:endParaRPr lang="en" b="1" dirty="0">
              <a:latin typeface="Times New Roman" panose="02020603050405020304" pitchFamily="18" charset="0"/>
              <a:cs typeface="Times New Roman" panose="02020603050405020304" pitchFamily="18" charset="0"/>
            </a:endParaRPr>
          </a:p>
        </p:txBody>
      </p:sp>
      <p:sp>
        <p:nvSpPr>
          <p:cNvPr id="928" name="TextBox 927">
            <a:extLst>
              <a:ext uri="{FF2B5EF4-FFF2-40B4-BE49-F238E27FC236}">
                <a16:creationId xmlns:a16="http://schemas.microsoft.com/office/drawing/2014/main" id="{6F65D21C-2BFF-2CB2-2BE6-12F969E6FD7C}"/>
              </a:ext>
            </a:extLst>
          </p:cNvPr>
          <p:cNvSpPr txBox="1"/>
          <p:nvPr/>
        </p:nvSpPr>
        <p:spPr>
          <a:xfrm>
            <a:off x="1576387" y="2549304"/>
            <a:ext cx="9039225" cy="1759392"/>
          </a:xfrm>
          <a:prstGeom prst="rect">
            <a:avLst/>
          </a:prstGeom>
          <a:noFill/>
        </p:spPr>
        <p:txBody>
          <a:bodyPr wrap="square">
            <a:spAutoFit/>
          </a:bodyPr>
          <a:lstStyle/>
          <a:p>
            <a:pPr marL="0" marR="0">
              <a:lnSpc>
                <a:spcPct val="107000"/>
              </a:lnSpc>
              <a:spcBef>
                <a:spcPts val="0"/>
              </a:spcBef>
              <a:spcAft>
                <a:spcPts val="8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GIF</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viết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tắt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Graphics Interchange Format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Định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dạng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Trao</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đổi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Đồ</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họa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GIF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định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dạng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ảnh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kỹ</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thuật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số</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phổ</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biến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phát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triển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bởi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CompuServe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vào</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năm</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1987.</a:t>
            </a:r>
            <a:endParaRPr lang="en-US" sz="18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nSpc>
                <a:spcPct val="107000"/>
              </a:lnSpc>
              <a:spcBef>
                <a:spcPts val="0"/>
              </a:spcBef>
              <a:spcAft>
                <a:spcPts val="800"/>
              </a:spcAft>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Điểm</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nổi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bật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GIF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cs typeface="Times New Roman" panose="02020603050405020304" pitchFamily="18" charset="0"/>
              </a:rPr>
              <a:t>hỗ</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cs typeface="Times New Roman" panose="02020603050405020304" pitchFamily="18" charset="0"/>
              </a:rPr>
              <a:t>trợ</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cs typeface="Times New Roman" panose="02020603050405020304" pitchFamily="18" charset="0"/>
              </a:rPr>
              <a:t>ảnh</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cs typeface="Times New Roman" panose="02020603050405020304" pitchFamily="18" charset="0"/>
              </a:rPr>
              <a:t>động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(animated GIF),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phép</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nhiều</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khung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(frames)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chạy</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liên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tiếp</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tạo</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hiệu</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ứng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chuyển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động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Times New Roman" panose="02020603050405020304" pitchFamily="18"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1757879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8">
          <a:extLst>
            <a:ext uri="{FF2B5EF4-FFF2-40B4-BE49-F238E27FC236}">
              <a16:creationId xmlns:a16="http://schemas.microsoft.com/office/drawing/2014/main" id="{F0BD351F-15C9-0A37-4269-562C67E30D9A}"/>
            </a:ext>
          </a:extLst>
        </p:cNvPr>
        <p:cNvGrpSpPr/>
        <p:nvPr/>
      </p:nvGrpSpPr>
      <p:grpSpPr>
        <a:xfrm>
          <a:off x="0" y="0"/>
          <a:ext cx="0" cy="0"/>
          <a:chOff x="0" y="0"/>
          <a:chExt cx="0" cy="0"/>
        </a:xfrm>
      </p:grpSpPr>
      <p:sp>
        <p:nvSpPr>
          <p:cNvPr id="30" name="Google Shape;950;p30">
            <a:extLst>
              <a:ext uri="{FF2B5EF4-FFF2-40B4-BE49-F238E27FC236}">
                <a16:creationId xmlns:a16="http://schemas.microsoft.com/office/drawing/2014/main" id="{77FBCDA9-0B8F-C5F8-15D3-D36D262671DA}"/>
              </a:ext>
            </a:extLst>
          </p:cNvPr>
          <p:cNvSpPr txBox="1">
            <a:spLocks/>
          </p:cNvSpPr>
          <p:nvPr/>
        </p:nvSpPr>
        <p:spPr>
          <a:xfrm>
            <a:off x="1182217" y="575797"/>
            <a:ext cx="8409458" cy="7636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01. </a:t>
            </a:r>
            <a:r>
              <a:rPr lang="vi-VN" b="1" dirty="0"/>
              <a:t>Nguyên lý tạo ảnh động (Animation)</a:t>
            </a:r>
            <a:endParaRPr lang="en" b="1" dirty="0">
              <a:latin typeface="Times New Roman" panose="02020603050405020304" pitchFamily="18" charset="0"/>
              <a:cs typeface="Times New Roman" panose="02020603050405020304" pitchFamily="18" charset="0"/>
            </a:endParaRPr>
          </a:p>
        </p:txBody>
      </p:sp>
      <p:sp>
        <p:nvSpPr>
          <p:cNvPr id="928" name="TextBox 927">
            <a:extLst>
              <a:ext uri="{FF2B5EF4-FFF2-40B4-BE49-F238E27FC236}">
                <a16:creationId xmlns:a16="http://schemas.microsoft.com/office/drawing/2014/main" id="{119BBE53-1A8E-393F-D512-EE9E8B15E3BB}"/>
              </a:ext>
            </a:extLst>
          </p:cNvPr>
          <p:cNvSpPr txBox="1"/>
          <p:nvPr/>
        </p:nvSpPr>
        <p:spPr>
          <a:xfrm>
            <a:off x="1757362" y="2136338"/>
            <a:ext cx="9039225" cy="2585323"/>
          </a:xfrm>
          <a:prstGeom prst="rect">
            <a:avLst/>
          </a:prstGeom>
          <a:noFill/>
        </p:spPr>
        <p:txBody>
          <a:bodyPr wrap="square">
            <a:spAutoFit/>
          </a:bodyPr>
          <a:lstStyle/>
          <a:p>
            <a:r>
              <a:rPr lang="vi-VN" dirty="0">
                <a:latin typeface="+mj-lt"/>
              </a:rPr>
              <a:t>Ảnh động (animated image) là </a:t>
            </a:r>
            <a:r>
              <a:rPr lang="vi-VN" b="1" dirty="0">
                <a:latin typeface="+mj-lt"/>
              </a:rPr>
              <a:t>chuỗi các ảnh tĩnh (frame)</a:t>
            </a:r>
            <a:r>
              <a:rPr lang="vi-VN" dirty="0">
                <a:latin typeface="+mj-lt"/>
              </a:rPr>
              <a:t> được hiển thị liên tiếp với tốc độ cao, tạo cảm giác chuyển động mượt mà.</a:t>
            </a:r>
          </a:p>
          <a:p>
            <a:endParaRPr lang="vi-VN" dirty="0">
              <a:latin typeface="+mj-lt"/>
            </a:endParaRPr>
          </a:p>
          <a:p>
            <a:r>
              <a:rPr lang="vi-VN" b="1" dirty="0">
                <a:latin typeface="+mj-lt"/>
              </a:rPr>
              <a:t>Nguyên lý hoạt động:</a:t>
            </a:r>
            <a:endParaRPr lang="vi-VN" dirty="0">
              <a:latin typeface="+mj-lt"/>
            </a:endParaRPr>
          </a:p>
          <a:p>
            <a:pPr marL="742950" lvl="1" indent="-285750">
              <a:buFont typeface="Arial" panose="020B0604020202020204" pitchFamily="34" charset="0"/>
              <a:buChar char="•"/>
            </a:pPr>
            <a:r>
              <a:rPr lang="vi-VN" dirty="0">
                <a:latin typeface="+mj-lt"/>
              </a:rPr>
              <a:t>Mỗi ảnh là một khung hình (frame).</a:t>
            </a:r>
          </a:p>
          <a:p>
            <a:pPr marL="742950" lvl="1" indent="-285750">
              <a:buFont typeface="Arial" panose="020B0604020202020204" pitchFamily="34" charset="0"/>
              <a:buChar char="•"/>
            </a:pPr>
            <a:r>
              <a:rPr lang="vi-VN" dirty="0">
                <a:latin typeface="+mj-lt"/>
              </a:rPr>
              <a:t>Các frame hiển thị tuần tự với thời gian ngắn (ví dụ: 0.1 giây mỗi ảnh).</a:t>
            </a:r>
          </a:p>
          <a:p>
            <a:pPr marL="742950" lvl="1" indent="-285750">
              <a:buFont typeface="Arial" panose="020B0604020202020204" pitchFamily="34" charset="0"/>
              <a:buChar char="•"/>
            </a:pPr>
            <a:r>
              <a:rPr lang="vi-VN" dirty="0">
                <a:latin typeface="+mj-lt"/>
              </a:rPr>
              <a:t>Khi phát liên tục, mắt người cảm nhận chuyển động.</a:t>
            </a:r>
          </a:p>
          <a:p>
            <a:pPr marL="742950" lvl="1" indent="-285750">
              <a:buFont typeface="Arial" panose="020B0604020202020204" pitchFamily="34" charset="0"/>
              <a:buChar char="•"/>
            </a:pPr>
            <a:r>
              <a:rPr lang="vi-VN" b="1" dirty="0">
                <a:latin typeface="+mj-lt"/>
              </a:rPr>
              <a:t>FPS (Frames Per Second)</a:t>
            </a:r>
            <a:r>
              <a:rPr lang="vi-VN" dirty="0">
                <a:latin typeface="+mj-lt"/>
              </a:rPr>
              <a:t> quyết định độ mượt của ảnh động.</a:t>
            </a:r>
          </a:p>
          <a:p>
            <a:endParaRPr lang="vi-VN" dirty="0">
              <a:latin typeface="+mj-lt"/>
            </a:endParaRPr>
          </a:p>
        </p:txBody>
      </p:sp>
    </p:spTree>
    <p:extLst>
      <p:ext uri="{BB962C8B-B14F-4D97-AF65-F5344CB8AC3E}">
        <p14:creationId xmlns:p14="http://schemas.microsoft.com/office/powerpoint/2010/main" val="2855911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8">
          <a:extLst>
            <a:ext uri="{FF2B5EF4-FFF2-40B4-BE49-F238E27FC236}">
              <a16:creationId xmlns:a16="http://schemas.microsoft.com/office/drawing/2014/main" id="{E43F33D6-A2A9-24A1-02BE-229652D50439}"/>
            </a:ext>
          </a:extLst>
        </p:cNvPr>
        <p:cNvGrpSpPr/>
        <p:nvPr/>
      </p:nvGrpSpPr>
      <p:grpSpPr>
        <a:xfrm>
          <a:off x="0" y="0"/>
          <a:ext cx="0" cy="0"/>
          <a:chOff x="0" y="0"/>
          <a:chExt cx="0" cy="0"/>
        </a:xfrm>
      </p:grpSpPr>
      <p:sp>
        <p:nvSpPr>
          <p:cNvPr id="30" name="Google Shape;950;p30">
            <a:extLst>
              <a:ext uri="{FF2B5EF4-FFF2-40B4-BE49-F238E27FC236}">
                <a16:creationId xmlns:a16="http://schemas.microsoft.com/office/drawing/2014/main" id="{B538165D-61AA-8715-F76D-B45E856A8BC9}"/>
              </a:ext>
            </a:extLst>
          </p:cNvPr>
          <p:cNvSpPr txBox="1">
            <a:spLocks/>
          </p:cNvSpPr>
          <p:nvPr/>
        </p:nvSpPr>
        <p:spPr>
          <a:xfrm>
            <a:off x="1182216" y="575797"/>
            <a:ext cx="9314333" cy="7636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a:t>
            </a:r>
            <a:r>
              <a:rPr lang="vi-VN" b="1" dirty="0">
                <a:latin typeface="Times New Roman" panose="02020603050405020304" pitchFamily="18" charset="0"/>
                <a:cs typeface="Times New Roman" panose="02020603050405020304" pitchFamily="18" charset="0"/>
              </a:rPr>
              <a:t>2</a:t>
            </a:r>
            <a:r>
              <a:rPr lang="en" b="1" dirty="0">
                <a:latin typeface="Times New Roman" panose="02020603050405020304" pitchFamily="18" charset="0"/>
                <a:cs typeface="Times New Roman" panose="02020603050405020304" pitchFamily="18" charset="0"/>
              </a:rPr>
              <a:t>.</a:t>
            </a:r>
            <a:r>
              <a:rPr lang="vi-VN" b="1" dirty="0"/>
              <a:t> Chức năng tạo GIF từ frame ảnh  </a:t>
            </a:r>
            <a:endParaRPr lang="en"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616C3CE-F9AE-BD68-1234-B1CCB85220EF}"/>
              </a:ext>
            </a:extLst>
          </p:cNvPr>
          <p:cNvPicPr>
            <a:picLocks noChangeAspect="1"/>
          </p:cNvPicPr>
          <p:nvPr/>
        </p:nvPicPr>
        <p:blipFill>
          <a:blip r:embed="rId3"/>
          <a:stretch>
            <a:fillRect/>
          </a:stretch>
        </p:blipFill>
        <p:spPr>
          <a:xfrm>
            <a:off x="1747837" y="1485781"/>
            <a:ext cx="7948613" cy="5233154"/>
          </a:xfrm>
          <a:prstGeom prst="rect">
            <a:avLst/>
          </a:prstGeom>
        </p:spPr>
      </p:pic>
      <p:pic>
        <p:nvPicPr>
          <p:cNvPr id="4" name="Picture 3">
            <a:extLst>
              <a:ext uri="{FF2B5EF4-FFF2-40B4-BE49-F238E27FC236}">
                <a16:creationId xmlns:a16="http://schemas.microsoft.com/office/drawing/2014/main" id="{4D82100F-C1A5-359E-A6DF-6E91265C41FD}"/>
              </a:ext>
            </a:extLst>
          </p:cNvPr>
          <p:cNvPicPr>
            <a:picLocks noChangeAspect="1"/>
          </p:cNvPicPr>
          <p:nvPr/>
        </p:nvPicPr>
        <p:blipFill>
          <a:blip r:embed="rId4"/>
          <a:stretch>
            <a:fillRect/>
          </a:stretch>
        </p:blipFill>
        <p:spPr>
          <a:xfrm>
            <a:off x="3386137" y="2970803"/>
            <a:ext cx="5892965" cy="3311400"/>
          </a:xfrm>
          <a:prstGeom prst="rect">
            <a:avLst/>
          </a:prstGeom>
        </p:spPr>
      </p:pic>
      <p:sp>
        <p:nvSpPr>
          <p:cNvPr id="7" name="Oval 6">
            <a:extLst>
              <a:ext uri="{FF2B5EF4-FFF2-40B4-BE49-F238E27FC236}">
                <a16:creationId xmlns:a16="http://schemas.microsoft.com/office/drawing/2014/main" id="{890435CB-6E7E-6072-291C-A1AD7D18DF74}"/>
              </a:ext>
            </a:extLst>
          </p:cNvPr>
          <p:cNvSpPr/>
          <p:nvPr/>
        </p:nvSpPr>
        <p:spPr>
          <a:xfrm>
            <a:off x="2990850" y="1809749"/>
            <a:ext cx="1171575" cy="528139"/>
          </a:xfrm>
          <a:prstGeom prst="ellipse">
            <a:avLst/>
          </a:prstGeom>
          <a:solidFill>
            <a:schemeClr val="tx2">
              <a:lumMod val="75000"/>
              <a:alpha val="0"/>
            </a:schemeClr>
          </a:solid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2025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8">
          <a:extLst>
            <a:ext uri="{FF2B5EF4-FFF2-40B4-BE49-F238E27FC236}">
              <a16:creationId xmlns:a16="http://schemas.microsoft.com/office/drawing/2014/main" id="{661C9575-5E07-949B-2FF2-3CA9FD4DAB9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904F94E-8C5A-4D08-39AC-63A3899EBBC4}"/>
              </a:ext>
            </a:extLst>
          </p:cNvPr>
          <p:cNvPicPr>
            <a:picLocks noChangeAspect="1"/>
          </p:cNvPicPr>
          <p:nvPr/>
        </p:nvPicPr>
        <p:blipFill>
          <a:blip r:embed="rId3"/>
          <a:stretch>
            <a:fillRect/>
          </a:stretch>
        </p:blipFill>
        <p:spPr>
          <a:xfrm>
            <a:off x="1695451" y="1339397"/>
            <a:ext cx="8024813" cy="5267110"/>
          </a:xfrm>
          <a:prstGeom prst="rect">
            <a:avLst/>
          </a:prstGeom>
        </p:spPr>
      </p:pic>
      <p:sp>
        <p:nvSpPr>
          <p:cNvPr id="30" name="Google Shape;950;p30">
            <a:extLst>
              <a:ext uri="{FF2B5EF4-FFF2-40B4-BE49-F238E27FC236}">
                <a16:creationId xmlns:a16="http://schemas.microsoft.com/office/drawing/2014/main" id="{A1E56543-D686-FEA7-DD27-7BC69838D8F5}"/>
              </a:ext>
            </a:extLst>
          </p:cNvPr>
          <p:cNvSpPr txBox="1">
            <a:spLocks/>
          </p:cNvSpPr>
          <p:nvPr/>
        </p:nvSpPr>
        <p:spPr>
          <a:xfrm>
            <a:off x="1182216" y="575797"/>
            <a:ext cx="9314333" cy="7636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a:t>
            </a:r>
            <a:r>
              <a:rPr lang="vi-VN" b="1" dirty="0">
                <a:latin typeface="Times New Roman" panose="02020603050405020304" pitchFamily="18" charset="0"/>
                <a:cs typeface="Times New Roman" panose="02020603050405020304" pitchFamily="18" charset="0"/>
              </a:rPr>
              <a:t>2</a:t>
            </a:r>
            <a:r>
              <a:rPr lang="en" b="1" dirty="0">
                <a:latin typeface="Times New Roman" panose="02020603050405020304" pitchFamily="18" charset="0"/>
                <a:cs typeface="Times New Roman" panose="02020603050405020304" pitchFamily="18" charset="0"/>
              </a:rPr>
              <a:t>.</a:t>
            </a:r>
            <a:r>
              <a:rPr lang="vi-VN" b="1" dirty="0"/>
              <a:t> Chức năng tạo GIF từ frame ảnh  </a:t>
            </a:r>
            <a:endParaRPr lang="en" b="1" dirty="0">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5AD40FE5-ACD8-5EA0-F63E-5D1D68D6668C}"/>
              </a:ext>
            </a:extLst>
          </p:cNvPr>
          <p:cNvSpPr/>
          <p:nvPr/>
        </p:nvSpPr>
        <p:spPr>
          <a:xfrm>
            <a:off x="3736182" y="1574858"/>
            <a:ext cx="1171575" cy="528139"/>
          </a:xfrm>
          <a:prstGeom prst="ellipse">
            <a:avLst/>
          </a:prstGeom>
          <a:solidFill>
            <a:schemeClr val="tx2">
              <a:lumMod val="75000"/>
              <a:alpha val="0"/>
            </a:schemeClr>
          </a:solid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103668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8">
          <a:extLst>
            <a:ext uri="{FF2B5EF4-FFF2-40B4-BE49-F238E27FC236}">
              <a16:creationId xmlns:a16="http://schemas.microsoft.com/office/drawing/2014/main" id="{10E7EC61-81E7-D804-AB16-DB809570DB2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4255BA2-A33F-CE61-E2EB-AA897D6A85ED}"/>
              </a:ext>
            </a:extLst>
          </p:cNvPr>
          <p:cNvPicPr>
            <a:picLocks noChangeAspect="1"/>
          </p:cNvPicPr>
          <p:nvPr/>
        </p:nvPicPr>
        <p:blipFill>
          <a:blip r:embed="rId3"/>
          <a:stretch>
            <a:fillRect/>
          </a:stretch>
        </p:blipFill>
        <p:spPr>
          <a:xfrm>
            <a:off x="1695451" y="1339397"/>
            <a:ext cx="8024813" cy="5267110"/>
          </a:xfrm>
          <a:prstGeom prst="rect">
            <a:avLst/>
          </a:prstGeom>
        </p:spPr>
      </p:pic>
      <p:sp>
        <p:nvSpPr>
          <p:cNvPr id="30" name="Google Shape;950;p30">
            <a:extLst>
              <a:ext uri="{FF2B5EF4-FFF2-40B4-BE49-F238E27FC236}">
                <a16:creationId xmlns:a16="http://schemas.microsoft.com/office/drawing/2014/main" id="{B60E462A-2DCF-B52D-A4DB-D61B838D1495}"/>
              </a:ext>
            </a:extLst>
          </p:cNvPr>
          <p:cNvSpPr txBox="1">
            <a:spLocks/>
          </p:cNvSpPr>
          <p:nvPr/>
        </p:nvSpPr>
        <p:spPr>
          <a:xfrm>
            <a:off x="1182216" y="575797"/>
            <a:ext cx="9314333" cy="7636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a:t>
            </a:r>
            <a:r>
              <a:rPr lang="vi-VN" b="1" dirty="0">
                <a:latin typeface="Times New Roman" panose="02020603050405020304" pitchFamily="18" charset="0"/>
                <a:cs typeface="Times New Roman" panose="02020603050405020304" pitchFamily="18" charset="0"/>
              </a:rPr>
              <a:t>2</a:t>
            </a:r>
            <a:r>
              <a:rPr lang="en" b="1" dirty="0">
                <a:latin typeface="Times New Roman" panose="02020603050405020304" pitchFamily="18" charset="0"/>
                <a:cs typeface="Times New Roman" panose="02020603050405020304" pitchFamily="18" charset="0"/>
              </a:rPr>
              <a:t>.</a:t>
            </a:r>
            <a:r>
              <a:rPr lang="vi-VN" b="1" dirty="0"/>
              <a:t> Chức năng tạo GIF từ frame ảnh  </a:t>
            </a:r>
            <a:endParaRPr lang="en" b="1" dirty="0">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C05D797D-38F9-6078-FD05-16E1BB540D93}"/>
              </a:ext>
            </a:extLst>
          </p:cNvPr>
          <p:cNvSpPr/>
          <p:nvPr/>
        </p:nvSpPr>
        <p:spPr>
          <a:xfrm>
            <a:off x="5510212" y="1574858"/>
            <a:ext cx="1171575" cy="528139"/>
          </a:xfrm>
          <a:prstGeom prst="ellipse">
            <a:avLst/>
          </a:prstGeom>
          <a:solidFill>
            <a:schemeClr val="tx2">
              <a:lumMod val="75000"/>
              <a:alpha val="0"/>
            </a:schemeClr>
          </a:solid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269132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8">
          <a:extLst>
            <a:ext uri="{FF2B5EF4-FFF2-40B4-BE49-F238E27FC236}">
              <a16:creationId xmlns:a16="http://schemas.microsoft.com/office/drawing/2014/main" id="{9D93F8A2-E5E0-BFCF-8B77-3B2F8DC6A249}"/>
            </a:ext>
          </a:extLst>
        </p:cNvPr>
        <p:cNvGrpSpPr/>
        <p:nvPr/>
      </p:nvGrpSpPr>
      <p:grpSpPr>
        <a:xfrm>
          <a:off x="0" y="0"/>
          <a:ext cx="0" cy="0"/>
          <a:chOff x="0" y="0"/>
          <a:chExt cx="0" cy="0"/>
        </a:xfrm>
      </p:grpSpPr>
      <p:sp>
        <p:nvSpPr>
          <p:cNvPr id="30" name="Google Shape;950;p30">
            <a:extLst>
              <a:ext uri="{FF2B5EF4-FFF2-40B4-BE49-F238E27FC236}">
                <a16:creationId xmlns:a16="http://schemas.microsoft.com/office/drawing/2014/main" id="{2EA0245B-06BB-62E3-A37E-B933A0368430}"/>
              </a:ext>
            </a:extLst>
          </p:cNvPr>
          <p:cNvSpPr txBox="1">
            <a:spLocks/>
          </p:cNvSpPr>
          <p:nvPr/>
        </p:nvSpPr>
        <p:spPr>
          <a:xfrm>
            <a:off x="1182216" y="575797"/>
            <a:ext cx="9314333" cy="7636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a:t>
            </a:r>
            <a:r>
              <a:rPr lang="vi-VN" b="1" dirty="0">
                <a:latin typeface="Times New Roman" panose="02020603050405020304" pitchFamily="18" charset="0"/>
                <a:cs typeface="Times New Roman" panose="02020603050405020304" pitchFamily="18" charset="0"/>
              </a:rPr>
              <a:t>2</a:t>
            </a:r>
            <a:r>
              <a:rPr lang="en" b="1" dirty="0">
                <a:latin typeface="Times New Roman" panose="02020603050405020304" pitchFamily="18" charset="0"/>
                <a:cs typeface="Times New Roman" panose="02020603050405020304" pitchFamily="18" charset="0"/>
              </a:rPr>
              <a:t>.</a:t>
            </a:r>
            <a:r>
              <a:rPr lang="vi-VN" b="1" dirty="0"/>
              <a:t> Chức năng tạo GIF từ Video</a:t>
            </a:r>
            <a:endParaRPr lang="en"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4DCDCD0-57A4-B51A-1968-981365C32859}"/>
              </a:ext>
            </a:extLst>
          </p:cNvPr>
          <p:cNvPicPr>
            <a:picLocks noChangeAspect="1"/>
          </p:cNvPicPr>
          <p:nvPr/>
        </p:nvPicPr>
        <p:blipFill>
          <a:blip r:embed="rId3"/>
          <a:stretch>
            <a:fillRect/>
          </a:stretch>
        </p:blipFill>
        <p:spPr>
          <a:xfrm>
            <a:off x="1462087" y="1624846"/>
            <a:ext cx="7948613" cy="5233154"/>
          </a:xfrm>
          <a:prstGeom prst="rect">
            <a:avLst/>
          </a:prstGeom>
        </p:spPr>
      </p:pic>
      <p:sp>
        <p:nvSpPr>
          <p:cNvPr id="7" name="Oval 6">
            <a:extLst>
              <a:ext uri="{FF2B5EF4-FFF2-40B4-BE49-F238E27FC236}">
                <a16:creationId xmlns:a16="http://schemas.microsoft.com/office/drawing/2014/main" id="{E0E22692-9454-D9CA-6F32-DB0273E9C5FB}"/>
              </a:ext>
            </a:extLst>
          </p:cNvPr>
          <p:cNvSpPr/>
          <p:nvPr/>
        </p:nvSpPr>
        <p:spPr>
          <a:xfrm>
            <a:off x="6281737" y="1927283"/>
            <a:ext cx="1171575" cy="528139"/>
          </a:xfrm>
          <a:prstGeom prst="ellipse">
            <a:avLst/>
          </a:prstGeom>
          <a:solidFill>
            <a:schemeClr val="tx2">
              <a:lumMod val="75000"/>
              <a:alpha val="0"/>
            </a:schemeClr>
          </a:solid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515127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8">
          <a:extLst>
            <a:ext uri="{FF2B5EF4-FFF2-40B4-BE49-F238E27FC236}">
              <a16:creationId xmlns:a16="http://schemas.microsoft.com/office/drawing/2014/main" id="{732C26F7-040C-F084-8160-D91FA1DD43DA}"/>
            </a:ext>
          </a:extLst>
        </p:cNvPr>
        <p:cNvGrpSpPr/>
        <p:nvPr/>
      </p:nvGrpSpPr>
      <p:grpSpPr>
        <a:xfrm>
          <a:off x="0" y="0"/>
          <a:ext cx="0" cy="0"/>
          <a:chOff x="0" y="0"/>
          <a:chExt cx="0" cy="0"/>
        </a:xfrm>
      </p:grpSpPr>
      <p:sp>
        <p:nvSpPr>
          <p:cNvPr id="30" name="Google Shape;950;p30">
            <a:extLst>
              <a:ext uri="{FF2B5EF4-FFF2-40B4-BE49-F238E27FC236}">
                <a16:creationId xmlns:a16="http://schemas.microsoft.com/office/drawing/2014/main" id="{5EC2D586-D224-B29E-1998-48F9BF483802}"/>
              </a:ext>
            </a:extLst>
          </p:cNvPr>
          <p:cNvSpPr txBox="1">
            <a:spLocks/>
          </p:cNvSpPr>
          <p:nvPr/>
        </p:nvSpPr>
        <p:spPr>
          <a:xfrm>
            <a:off x="1182216" y="575797"/>
            <a:ext cx="9314333" cy="7636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a:t>
            </a:r>
            <a:r>
              <a:rPr lang="vi-VN" b="1" dirty="0">
                <a:latin typeface="Times New Roman" panose="02020603050405020304" pitchFamily="18" charset="0"/>
                <a:cs typeface="Times New Roman" panose="02020603050405020304" pitchFamily="18" charset="0"/>
              </a:rPr>
              <a:t>2</a:t>
            </a:r>
            <a:r>
              <a:rPr lang="en" b="1" dirty="0">
                <a:latin typeface="Times New Roman" panose="02020603050405020304" pitchFamily="18" charset="0"/>
                <a:cs typeface="Times New Roman" panose="02020603050405020304" pitchFamily="18" charset="0"/>
              </a:rPr>
              <a:t>.</a:t>
            </a:r>
            <a:r>
              <a:rPr lang="vi-VN" b="1" dirty="0"/>
              <a:t> Chức năng tạo GIF từ Video</a:t>
            </a:r>
            <a:endParaRPr lang="en"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D4F2EB0-A966-3508-2082-EFC6820C0612}"/>
              </a:ext>
            </a:extLst>
          </p:cNvPr>
          <p:cNvPicPr>
            <a:picLocks noChangeAspect="1"/>
          </p:cNvPicPr>
          <p:nvPr/>
        </p:nvPicPr>
        <p:blipFill>
          <a:blip r:embed="rId3"/>
          <a:stretch>
            <a:fillRect/>
          </a:stretch>
        </p:blipFill>
        <p:spPr>
          <a:xfrm>
            <a:off x="2193922" y="1145132"/>
            <a:ext cx="7804151" cy="5643063"/>
          </a:xfrm>
          <a:prstGeom prst="rect">
            <a:avLst/>
          </a:prstGeom>
        </p:spPr>
      </p:pic>
      <p:sp>
        <p:nvSpPr>
          <p:cNvPr id="4" name="Oval 3">
            <a:extLst>
              <a:ext uri="{FF2B5EF4-FFF2-40B4-BE49-F238E27FC236}">
                <a16:creationId xmlns:a16="http://schemas.microsoft.com/office/drawing/2014/main" id="{074F8EBB-102D-5D84-83BA-A3AD16669765}"/>
              </a:ext>
            </a:extLst>
          </p:cNvPr>
          <p:cNvSpPr/>
          <p:nvPr/>
        </p:nvSpPr>
        <p:spPr>
          <a:xfrm>
            <a:off x="5510209" y="6329861"/>
            <a:ext cx="1171575" cy="528139"/>
          </a:xfrm>
          <a:prstGeom prst="ellipse">
            <a:avLst/>
          </a:prstGeom>
          <a:solidFill>
            <a:schemeClr val="tx2">
              <a:lumMod val="75000"/>
              <a:alpha val="0"/>
            </a:schemeClr>
          </a:solid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833239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8">
          <a:extLst>
            <a:ext uri="{FF2B5EF4-FFF2-40B4-BE49-F238E27FC236}">
              <a16:creationId xmlns:a16="http://schemas.microsoft.com/office/drawing/2014/main" id="{B93BE945-F116-9592-D7D5-8456CB5A0D49}"/>
            </a:ext>
          </a:extLst>
        </p:cNvPr>
        <p:cNvGrpSpPr/>
        <p:nvPr/>
      </p:nvGrpSpPr>
      <p:grpSpPr>
        <a:xfrm>
          <a:off x="0" y="0"/>
          <a:ext cx="0" cy="0"/>
          <a:chOff x="0" y="0"/>
          <a:chExt cx="0" cy="0"/>
        </a:xfrm>
      </p:grpSpPr>
      <p:sp>
        <p:nvSpPr>
          <p:cNvPr id="30" name="Google Shape;950;p30">
            <a:extLst>
              <a:ext uri="{FF2B5EF4-FFF2-40B4-BE49-F238E27FC236}">
                <a16:creationId xmlns:a16="http://schemas.microsoft.com/office/drawing/2014/main" id="{55C03E01-32C9-CE35-A095-D76565164ADE}"/>
              </a:ext>
            </a:extLst>
          </p:cNvPr>
          <p:cNvSpPr txBox="1">
            <a:spLocks/>
          </p:cNvSpPr>
          <p:nvPr/>
        </p:nvSpPr>
        <p:spPr>
          <a:xfrm>
            <a:off x="781050" y="575796"/>
            <a:ext cx="9715499" cy="1062503"/>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a:t>
            </a:r>
            <a:r>
              <a:rPr lang="vi-VN" b="1" dirty="0">
                <a:latin typeface="Times New Roman" panose="02020603050405020304" pitchFamily="18" charset="0"/>
                <a:cs typeface="Times New Roman" panose="02020603050405020304" pitchFamily="18" charset="0"/>
              </a:rPr>
              <a:t>2</a:t>
            </a:r>
            <a:r>
              <a:rPr lang="en" b="1" dirty="0">
                <a:latin typeface="Times New Roman" panose="02020603050405020304" pitchFamily="18" charset="0"/>
                <a:cs typeface="Times New Roman" panose="02020603050405020304" pitchFamily="18" charset="0"/>
              </a:rPr>
              <a:t>.</a:t>
            </a:r>
            <a:r>
              <a:rPr lang="vi-VN" b="1" dirty="0"/>
              <a:t> Chức năng tạo frame ảnh từ Video</a:t>
            </a:r>
            <a:endParaRPr lang="e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10B9F70-1C9C-7567-7A2F-8DF546AB594E}"/>
              </a:ext>
            </a:extLst>
          </p:cNvPr>
          <p:cNvPicPr>
            <a:picLocks noChangeAspect="1"/>
          </p:cNvPicPr>
          <p:nvPr/>
        </p:nvPicPr>
        <p:blipFill>
          <a:blip r:embed="rId3"/>
          <a:stretch>
            <a:fillRect/>
          </a:stretch>
        </p:blipFill>
        <p:spPr>
          <a:xfrm>
            <a:off x="1366840" y="1533524"/>
            <a:ext cx="9901238" cy="5206967"/>
          </a:xfrm>
          <a:prstGeom prst="rect">
            <a:avLst/>
          </a:prstGeom>
        </p:spPr>
      </p:pic>
      <p:sp>
        <p:nvSpPr>
          <p:cNvPr id="4" name="Oval 3">
            <a:extLst>
              <a:ext uri="{FF2B5EF4-FFF2-40B4-BE49-F238E27FC236}">
                <a16:creationId xmlns:a16="http://schemas.microsoft.com/office/drawing/2014/main" id="{EBB39C6F-04FD-3A12-8420-AC4B5C52005F}"/>
              </a:ext>
            </a:extLst>
          </p:cNvPr>
          <p:cNvSpPr/>
          <p:nvPr/>
        </p:nvSpPr>
        <p:spPr>
          <a:xfrm>
            <a:off x="2347910" y="1714499"/>
            <a:ext cx="1538289" cy="528139"/>
          </a:xfrm>
          <a:prstGeom prst="ellipse">
            <a:avLst/>
          </a:prstGeom>
          <a:solidFill>
            <a:schemeClr val="tx2">
              <a:lumMod val="75000"/>
              <a:alpha val="0"/>
            </a:schemeClr>
          </a:solid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spTree>
    <p:extLst>
      <p:ext uri="{BB962C8B-B14F-4D97-AF65-F5344CB8AC3E}">
        <p14:creationId xmlns:p14="http://schemas.microsoft.com/office/powerpoint/2010/main" val="3347132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8">
          <a:extLst>
            <a:ext uri="{FF2B5EF4-FFF2-40B4-BE49-F238E27FC236}">
              <a16:creationId xmlns:a16="http://schemas.microsoft.com/office/drawing/2014/main" id="{68038C1D-0A33-FBA9-FF8D-F7BE557F3F72}"/>
            </a:ext>
          </a:extLst>
        </p:cNvPr>
        <p:cNvGrpSpPr/>
        <p:nvPr/>
      </p:nvGrpSpPr>
      <p:grpSpPr>
        <a:xfrm>
          <a:off x="0" y="0"/>
          <a:ext cx="0" cy="0"/>
          <a:chOff x="0" y="0"/>
          <a:chExt cx="0" cy="0"/>
        </a:xfrm>
      </p:grpSpPr>
      <p:sp>
        <p:nvSpPr>
          <p:cNvPr id="30" name="Google Shape;950;p30">
            <a:extLst>
              <a:ext uri="{FF2B5EF4-FFF2-40B4-BE49-F238E27FC236}">
                <a16:creationId xmlns:a16="http://schemas.microsoft.com/office/drawing/2014/main" id="{D00FA11D-74B8-A901-0530-6EFADAFFD7CD}"/>
              </a:ext>
            </a:extLst>
          </p:cNvPr>
          <p:cNvSpPr txBox="1">
            <a:spLocks/>
          </p:cNvSpPr>
          <p:nvPr/>
        </p:nvSpPr>
        <p:spPr>
          <a:xfrm>
            <a:off x="781050" y="575796"/>
            <a:ext cx="9715499" cy="1062503"/>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a:t>
            </a:r>
            <a:r>
              <a:rPr lang="vi-VN" b="1" dirty="0">
                <a:latin typeface="Times New Roman" panose="02020603050405020304" pitchFamily="18" charset="0"/>
                <a:cs typeface="Times New Roman" panose="02020603050405020304" pitchFamily="18" charset="0"/>
              </a:rPr>
              <a:t>2</a:t>
            </a:r>
            <a:r>
              <a:rPr lang="en" b="1" dirty="0">
                <a:latin typeface="Times New Roman" panose="02020603050405020304" pitchFamily="18" charset="0"/>
                <a:cs typeface="Times New Roman" panose="02020603050405020304" pitchFamily="18" charset="0"/>
              </a:rPr>
              <a:t>.</a:t>
            </a:r>
            <a:r>
              <a:rPr lang="vi-VN" b="1" dirty="0"/>
              <a:t> Chức năng tạo frame ảnh từ Video</a:t>
            </a:r>
            <a:endParaRPr lang="e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C79946F-4B6A-B1FE-72FF-9A0A298BACCF}"/>
              </a:ext>
            </a:extLst>
          </p:cNvPr>
          <p:cNvPicPr>
            <a:picLocks noChangeAspect="1"/>
          </p:cNvPicPr>
          <p:nvPr/>
        </p:nvPicPr>
        <p:blipFill>
          <a:blip r:embed="rId3"/>
          <a:stretch>
            <a:fillRect/>
          </a:stretch>
        </p:blipFill>
        <p:spPr>
          <a:xfrm>
            <a:off x="1366840" y="1533524"/>
            <a:ext cx="9901238" cy="5206967"/>
          </a:xfrm>
          <a:prstGeom prst="rect">
            <a:avLst/>
          </a:prstGeom>
        </p:spPr>
      </p:pic>
      <p:sp>
        <p:nvSpPr>
          <p:cNvPr id="4" name="Oval 3">
            <a:extLst>
              <a:ext uri="{FF2B5EF4-FFF2-40B4-BE49-F238E27FC236}">
                <a16:creationId xmlns:a16="http://schemas.microsoft.com/office/drawing/2014/main" id="{7B28A6E2-CE4B-3891-C3CF-BE259FA0B1EC}"/>
              </a:ext>
            </a:extLst>
          </p:cNvPr>
          <p:cNvSpPr/>
          <p:nvPr/>
        </p:nvSpPr>
        <p:spPr>
          <a:xfrm>
            <a:off x="2347910" y="1714499"/>
            <a:ext cx="1538289" cy="528139"/>
          </a:xfrm>
          <a:prstGeom prst="ellipse">
            <a:avLst/>
          </a:prstGeom>
          <a:solidFill>
            <a:schemeClr val="tx2">
              <a:lumMod val="75000"/>
              <a:alpha val="0"/>
            </a:schemeClr>
          </a:solid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2" name="Picture 1">
            <a:extLst>
              <a:ext uri="{FF2B5EF4-FFF2-40B4-BE49-F238E27FC236}">
                <a16:creationId xmlns:a16="http://schemas.microsoft.com/office/drawing/2014/main" id="{29055309-A315-465D-614F-1FDCB2964B66}"/>
              </a:ext>
            </a:extLst>
          </p:cNvPr>
          <p:cNvPicPr>
            <a:picLocks noChangeAspect="1"/>
          </p:cNvPicPr>
          <p:nvPr/>
        </p:nvPicPr>
        <p:blipFill>
          <a:blip r:embed="rId4"/>
          <a:stretch>
            <a:fillRect/>
          </a:stretch>
        </p:blipFill>
        <p:spPr>
          <a:xfrm>
            <a:off x="3117054" y="3039876"/>
            <a:ext cx="6770848" cy="3776815"/>
          </a:xfrm>
          <a:prstGeom prst="rect">
            <a:avLst/>
          </a:prstGeom>
          <a:ln>
            <a:solidFill>
              <a:schemeClr val="tx1"/>
            </a:solidFill>
          </a:ln>
        </p:spPr>
      </p:pic>
    </p:spTree>
    <p:extLst>
      <p:ext uri="{BB962C8B-B14F-4D97-AF65-F5344CB8AC3E}">
        <p14:creationId xmlns:p14="http://schemas.microsoft.com/office/powerpoint/2010/main" val="109516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8">
          <a:extLst>
            <a:ext uri="{FF2B5EF4-FFF2-40B4-BE49-F238E27FC236}">
              <a16:creationId xmlns:a16="http://schemas.microsoft.com/office/drawing/2014/main" id="{686610A1-8531-41D2-440B-83654B9A8024}"/>
            </a:ext>
          </a:extLst>
        </p:cNvPr>
        <p:cNvGrpSpPr/>
        <p:nvPr/>
      </p:nvGrpSpPr>
      <p:grpSpPr>
        <a:xfrm>
          <a:off x="0" y="0"/>
          <a:ext cx="0" cy="0"/>
          <a:chOff x="0" y="0"/>
          <a:chExt cx="0" cy="0"/>
        </a:xfrm>
      </p:grpSpPr>
      <p:sp>
        <p:nvSpPr>
          <p:cNvPr id="30" name="Google Shape;950;p30">
            <a:extLst>
              <a:ext uri="{FF2B5EF4-FFF2-40B4-BE49-F238E27FC236}">
                <a16:creationId xmlns:a16="http://schemas.microsoft.com/office/drawing/2014/main" id="{D7545C39-D03A-9EAE-6531-BA7F49621180}"/>
              </a:ext>
            </a:extLst>
          </p:cNvPr>
          <p:cNvSpPr txBox="1">
            <a:spLocks/>
          </p:cNvSpPr>
          <p:nvPr/>
        </p:nvSpPr>
        <p:spPr>
          <a:xfrm>
            <a:off x="4714875" y="2823696"/>
            <a:ext cx="9715499" cy="1062503"/>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latin typeface="Times New Roman" panose="02020603050405020304" pitchFamily="18" charset="0"/>
                <a:cs typeface="Times New Roman" panose="02020603050405020304" pitchFamily="18" charset="0"/>
              </a:rPr>
              <a:t>0</a:t>
            </a:r>
            <a:r>
              <a:rPr lang="vi-VN" b="1" dirty="0">
                <a:latin typeface="Times New Roman" panose="02020603050405020304" pitchFamily="18" charset="0"/>
                <a:cs typeface="Times New Roman" panose="02020603050405020304" pitchFamily="18" charset="0"/>
              </a:rPr>
              <a:t>3</a:t>
            </a:r>
            <a:r>
              <a:rPr lang="en" b="1" dirty="0">
                <a:latin typeface="Times New Roman" panose="02020603050405020304" pitchFamily="18" charset="0"/>
                <a:cs typeface="Times New Roman" panose="02020603050405020304" pitchFamily="18" charset="0"/>
              </a:rPr>
              <a:t>.</a:t>
            </a:r>
            <a:r>
              <a:rPr lang="vi-VN" b="1" dirty="0"/>
              <a:t> Demo</a:t>
            </a:r>
          </a:p>
        </p:txBody>
      </p:sp>
    </p:spTree>
    <p:extLst>
      <p:ext uri="{BB962C8B-B14F-4D97-AF65-F5344CB8AC3E}">
        <p14:creationId xmlns:p14="http://schemas.microsoft.com/office/powerpoint/2010/main" val="1862986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8">
          <a:extLst>
            <a:ext uri="{FF2B5EF4-FFF2-40B4-BE49-F238E27FC236}">
              <a16:creationId xmlns:a16="http://schemas.microsoft.com/office/drawing/2014/main" id="{5AB05B22-C0AB-06E4-717B-11726C690785}"/>
            </a:ext>
          </a:extLst>
        </p:cNvPr>
        <p:cNvGrpSpPr/>
        <p:nvPr/>
      </p:nvGrpSpPr>
      <p:grpSpPr>
        <a:xfrm>
          <a:off x="0" y="0"/>
          <a:ext cx="0" cy="0"/>
          <a:chOff x="0" y="0"/>
          <a:chExt cx="0" cy="0"/>
        </a:xfrm>
      </p:grpSpPr>
      <p:sp>
        <p:nvSpPr>
          <p:cNvPr id="30" name="Google Shape;950;p30">
            <a:extLst>
              <a:ext uri="{FF2B5EF4-FFF2-40B4-BE49-F238E27FC236}">
                <a16:creationId xmlns:a16="http://schemas.microsoft.com/office/drawing/2014/main" id="{203F42D4-20F1-7751-52B4-DD6B24647782}"/>
              </a:ext>
            </a:extLst>
          </p:cNvPr>
          <p:cNvSpPr txBox="1">
            <a:spLocks/>
          </p:cNvSpPr>
          <p:nvPr/>
        </p:nvSpPr>
        <p:spPr>
          <a:xfrm>
            <a:off x="1238250" y="2897748"/>
            <a:ext cx="9715499" cy="1062503"/>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vi-VN" b="1" dirty="0">
                <a:latin typeface="Times New Roman" panose="02020603050405020304" pitchFamily="18" charset="0"/>
                <a:cs typeface="Times New Roman" panose="02020603050405020304" pitchFamily="18" charset="0"/>
              </a:rPr>
              <a:t>Cảm ơn thầy đã lắng nghe!!</a:t>
            </a:r>
            <a:endParaRPr lang="vi-VN" b="1" dirty="0"/>
          </a:p>
        </p:txBody>
      </p:sp>
    </p:spTree>
    <p:extLst>
      <p:ext uri="{BB962C8B-B14F-4D97-AF65-F5344CB8AC3E}">
        <p14:creationId xmlns:p14="http://schemas.microsoft.com/office/powerpoint/2010/main" val="21784062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TotalTime>
  <Words>651</Words>
  <Application>Microsoft Office PowerPoint</Application>
  <PresentationFormat>Widescreen</PresentationFormat>
  <Paragraphs>55</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Epilogue</vt:lpstr>
      <vt:lpstr>Raleway</vt:lpstr>
      <vt:lpstr>Symbol</vt:lpstr>
      <vt:lpstr>Times New Roman</vt:lpstr>
      <vt:lpstr>Office Theme</vt:lpstr>
      <vt:lpstr>Chương trình tạo ảnh động </vt:lpstr>
      <vt:lpstr>PowerPoint Presentation</vt:lpstr>
      <vt:lpstr>Nội dung: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trình tạo ảnh động  GIF</dc:title>
  <dc:creator>chingchen hanji</dc:creator>
  <cp:lastModifiedBy>Trần Phạm Minh Đức -</cp:lastModifiedBy>
  <cp:revision>95</cp:revision>
  <dcterms:created xsi:type="dcterms:W3CDTF">2025-11-10T14:54:58Z</dcterms:created>
  <dcterms:modified xsi:type="dcterms:W3CDTF">2025-11-24T23:54:51Z</dcterms:modified>
</cp:coreProperties>
</file>